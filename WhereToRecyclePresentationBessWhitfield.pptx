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7" r:id="rId2"/>
    <p:sldId id="279" r:id="rId3"/>
    <p:sldId id="283" r:id="rId4"/>
    <p:sldId id="28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FB84C-5F56-4CC9-BE4B-518090599DEF}" v="144" dt="2025-12-14T23:58:36.879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" y="2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ss Whitfield" userId="37db7fc2c1acf104" providerId="LiveId" clId="{DC28302F-E672-4809-9DEA-7D3F07A0ED3E}"/>
    <pc:docChg chg="undo redo custSel addSld delSld modSld sldOrd">
      <pc:chgData name="Bess Whitfield" userId="37db7fc2c1acf104" providerId="LiveId" clId="{DC28302F-E672-4809-9DEA-7D3F07A0ED3E}" dt="2025-12-14T23:59:14.429" v="3351" actId="1076"/>
      <pc:docMkLst>
        <pc:docMk/>
      </pc:docMkLst>
      <pc:sldChg chg="addSp delSp modSp mod">
        <pc:chgData name="Bess Whitfield" userId="37db7fc2c1acf104" providerId="LiveId" clId="{DC28302F-E672-4809-9DEA-7D3F07A0ED3E}" dt="2025-12-14T22:50:00.966" v="3238" actId="1076"/>
        <pc:sldMkLst>
          <pc:docMk/>
          <pc:sldMk cId="1051878143" sldId="267"/>
        </pc:sldMkLst>
        <pc:spChg chg="mod">
          <ac:chgData name="Bess Whitfield" userId="37db7fc2c1acf104" providerId="LiveId" clId="{DC28302F-E672-4809-9DEA-7D3F07A0ED3E}" dt="2025-12-14T22:48:30.362" v="3220" actId="1076"/>
          <ac:spMkLst>
            <pc:docMk/>
            <pc:sldMk cId="1051878143" sldId="267"/>
            <ac:spMk id="2" creationId="{00000000-0000-0000-0000-000000000000}"/>
          </ac:spMkLst>
        </pc:spChg>
        <pc:picChg chg="add mod">
          <ac:chgData name="Bess Whitfield" userId="37db7fc2c1acf104" providerId="LiveId" clId="{DC28302F-E672-4809-9DEA-7D3F07A0ED3E}" dt="2025-12-14T22:49:29.010" v="3229" actId="1076"/>
          <ac:picMkLst>
            <pc:docMk/>
            <pc:sldMk cId="1051878143" sldId="267"/>
            <ac:picMk id="4" creationId="{99490724-7DFB-5840-9FB7-8F8499B1442A}"/>
          </ac:picMkLst>
        </pc:picChg>
        <pc:picChg chg="mod">
          <ac:chgData name="Bess Whitfield" userId="37db7fc2c1acf104" providerId="LiveId" clId="{DC28302F-E672-4809-9DEA-7D3F07A0ED3E}" dt="2025-12-14T22:48:25.995" v="3219" actId="1076"/>
          <ac:picMkLst>
            <pc:docMk/>
            <pc:sldMk cId="1051878143" sldId="267"/>
            <ac:picMk id="5" creationId="{2E2467DE-D8A0-9FF4-4281-817AC4347478}"/>
          </ac:picMkLst>
        </pc:picChg>
        <pc:picChg chg="add mod">
          <ac:chgData name="Bess Whitfield" userId="37db7fc2c1acf104" providerId="LiveId" clId="{DC28302F-E672-4809-9DEA-7D3F07A0ED3E}" dt="2025-12-14T22:50:00.966" v="3238" actId="1076"/>
          <ac:picMkLst>
            <pc:docMk/>
            <pc:sldMk cId="1051878143" sldId="267"/>
            <ac:picMk id="6" creationId="{05A1BA0B-97CB-7234-CB11-6126E07B860A}"/>
          </ac:picMkLst>
        </pc:picChg>
        <pc:picChg chg="del">
          <ac:chgData name="Bess Whitfield" userId="37db7fc2c1acf104" providerId="LiveId" clId="{DC28302F-E672-4809-9DEA-7D3F07A0ED3E}" dt="2025-12-14T22:46:37.858" v="3199" actId="478"/>
          <ac:picMkLst>
            <pc:docMk/>
            <pc:sldMk cId="1051878143" sldId="267"/>
            <ac:picMk id="7" creationId="{6F8B373C-C472-30FC-05EB-81B9F6E2C096}"/>
          </ac:picMkLst>
        </pc:picChg>
        <pc:picChg chg="add mod">
          <ac:chgData name="Bess Whitfield" userId="37db7fc2c1acf104" providerId="LiveId" clId="{DC28302F-E672-4809-9DEA-7D3F07A0ED3E}" dt="2025-12-14T22:49:43.163" v="3234" actId="1076"/>
          <ac:picMkLst>
            <pc:docMk/>
            <pc:sldMk cId="1051878143" sldId="267"/>
            <ac:picMk id="9" creationId="{67479AEB-BA8D-0814-6EAC-CF9F861849F0}"/>
          </ac:picMkLst>
        </pc:picChg>
        <pc:picChg chg="add mod">
          <ac:chgData name="Bess Whitfield" userId="37db7fc2c1acf104" providerId="LiveId" clId="{DC28302F-E672-4809-9DEA-7D3F07A0ED3E}" dt="2025-12-14T22:49:32.326" v="3230" actId="1076"/>
          <ac:picMkLst>
            <pc:docMk/>
            <pc:sldMk cId="1051878143" sldId="267"/>
            <ac:picMk id="11" creationId="{9371E88D-529E-8771-9E0A-0A2506E0D61D}"/>
          </ac:picMkLst>
        </pc:picChg>
        <pc:picChg chg="add mod">
          <ac:chgData name="Bess Whitfield" userId="37db7fc2c1acf104" providerId="LiveId" clId="{DC28302F-E672-4809-9DEA-7D3F07A0ED3E}" dt="2025-12-14T22:49:34.712" v="3231" actId="1076"/>
          <ac:picMkLst>
            <pc:docMk/>
            <pc:sldMk cId="1051878143" sldId="267"/>
            <ac:picMk id="12" creationId="{8649D475-ACFE-9578-96FC-34DF3552CE7D}"/>
          </ac:picMkLst>
        </pc:picChg>
        <pc:picChg chg="add mod">
          <ac:chgData name="Bess Whitfield" userId="37db7fc2c1acf104" providerId="LiveId" clId="{DC28302F-E672-4809-9DEA-7D3F07A0ED3E}" dt="2025-12-14T22:49:40.974" v="3233" actId="1076"/>
          <ac:picMkLst>
            <pc:docMk/>
            <pc:sldMk cId="1051878143" sldId="267"/>
            <ac:picMk id="13" creationId="{638FED9A-0486-311A-4A30-0E191D591E57}"/>
          </ac:picMkLst>
        </pc:picChg>
      </pc:sldChg>
      <pc:sldChg chg="addSp delSp modSp del mod">
        <pc:chgData name="Bess Whitfield" userId="37db7fc2c1acf104" providerId="LiveId" clId="{DC28302F-E672-4809-9DEA-7D3F07A0ED3E}" dt="2025-12-14T22:50:08.948" v="3239" actId="47"/>
        <pc:sldMkLst>
          <pc:docMk/>
          <pc:sldMk cId="3999759775" sldId="272"/>
        </pc:sldMkLst>
        <pc:spChg chg="del mod">
          <ac:chgData name="Bess Whitfield" userId="37db7fc2c1acf104" providerId="LiveId" clId="{DC28302F-E672-4809-9DEA-7D3F07A0ED3E}" dt="2025-12-14T19:05:33.384" v="277" actId="21"/>
          <ac:spMkLst>
            <pc:docMk/>
            <pc:sldMk cId="3999759775" sldId="272"/>
            <ac:spMk id="2" creationId="{00000000-0000-0000-0000-000000000000}"/>
          </ac:spMkLst>
        </pc:spChg>
        <pc:spChg chg="mod">
          <ac:chgData name="Bess Whitfield" userId="37db7fc2c1acf104" providerId="LiveId" clId="{DC28302F-E672-4809-9DEA-7D3F07A0ED3E}" dt="2025-12-14T22:46:23.675" v="3198" actId="14100"/>
          <ac:spMkLst>
            <pc:docMk/>
            <pc:sldMk cId="3999759775" sldId="272"/>
            <ac:spMk id="4" creationId="{00000000-0000-0000-0000-000000000000}"/>
          </ac:spMkLst>
        </pc:spChg>
        <pc:spChg chg="mod">
          <ac:chgData name="Bess Whitfield" userId="37db7fc2c1acf104" providerId="LiveId" clId="{DC28302F-E672-4809-9DEA-7D3F07A0ED3E}" dt="2025-12-14T22:46:02.886" v="3193" actId="1076"/>
          <ac:spMkLst>
            <pc:docMk/>
            <pc:sldMk cId="3999759775" sldId="272"/>
            <ac:spMk id="8" creationId="{4CC07688-14AC-D538-C640-C0783F0D0250}"/>
          </ac:spMkLst>
        </pc:spChg>
        <pc:spChg chg="add del mod">
          <ac:chgData name="Bess Whitfield" userId="37db7fc2c1acf104" providerId="LiveId" clId="{DC28302F-E672-4809-9DEA-7D3F07A0ED3E}" dt="2025-12-14T19:10:42.667" v="348" actId="478"/>
          <ac:spMkLst>
            <pc:docMk/>
            <pc:sldMk cId="3999759775" sldId="272"/>
            <ac:spMk id="9" creationId="{4E63881D-1B2F-C4E1-8CE0-C5881A8460D2}"/>
          </ac:spMkLst>
        </pc:spChg>
        <pc:spChg chg="add del mod">
          <ac:chgData name="Bess Whitfield" userId="37db7fc2c1acf104" providerId="LiveId" clId="{DC28302F-E672-4809-9DEA-7D3F07A0ED3E}" dt="2025-12-14T19:06:04.553" v="285" actId="478"/>
          <ac:spMkLst>
            <pc:docMk/>
            <pc:sldMk cId="3999759775" sldId="272"/>
            <ac:spMk id="13" creationId="{5161B4C4-C422-53A5-8E0F-7DDB07CDA604}"/>
          </ac:spMkLst>
        </pc:spChg>
        <pc:spChg chg="add del">
          <ac:chgData name="Bess Whitfield" userId="37db7fc2c1acf104" providerId="LiveId" clId="{DC28302F-E672-4809-9DEA-7D3F07A0ED3E}" dt="2025-12-14T19:10:29.326" v="342" actId="22"/>
          <ac:spMkLst>
            <pc:docMk/>
            <pc:sldMk cId="3999759775" sldId="272"/>
            <ac:spMk id="17" creationId="{6D89A0F4-FC51-4B84-0223-548C04DDCD41}"/>
          </ac:spMkLst>
        </pc:spChg>
        <pc:picChg chg="mod">
          <ac:chgData name="Bess Whitfield" userId="37db7fc2c1acf104" providerId="LiveId" clId="{DC28302F-E672-4809-9DEA-7D3F07A0ED3E}" dt="2025-12-14T22:46:17.807" v="3197" actId="1076"/>
          <ac:picMkLst>
            <pc:docMk/>
            <pc:sldMk cId="3999759775" sldId="272"/>
            <ac:picMk id="6" creationId="{9E462184-0B15-5DFA-43E9-CC68F100777B}"/>
          </ac:picMkLst>
        </pc:picChg>
        <pc:picChg chg="mod">
          <ac:chgData name="Bess Whitfield" userId="37db7fc2c1acf104" providerId="LiveId" clId="{DC28302F-E672-4809-9DEA-7D3F07A0ED3E}" dt="2025-12-14T19:02:12.983" v="259" actId="1076"/>
          <ac:picMkLst>
            <pc:docMk/>
            <pc:sldMk cId="3999759775" sldId="272"/>
            <ac:picMk id="10" creationId="{6812C9FE-0003-3A95-3D5E-E66E9F84D78E}"/>
          </ac:picMkLst>
        </pc:picChg>
        <pc:picChg chg="add mod">
          <ac:chgData name="Bess Whitfield" userId="37db7fc2c1acf104" providerId="LiveId" clId="{DC28302F-E672-4809-9DEA-7D3F07A0ED3E}" dt="2025-12-14T22:45:55.706" v="3191" actId="1076"/>
          <ac:picMkLst>
            <pc:docMk/>
            <pc:sldMk cId="3999759775" sldId="272"/>
            <ac:picMk id="11" creationId="{5E0ED65A-758D-B4BC-A344-6F4D21BAD6EC}"/>
          </ac:picMkLst>
        </pc:picChg>
        <pc:picChg chg="add mod">
          <ac:chgData name="Bess Whitfield" userId="37db7fc2c1acf104" providerId="LiveId" clId="{DC28302F-E672-4809-9DEA-7D3F07A0ED3E}" dt="2025-12-14T19:08:34.796" v="328" actId="1076"/>
          <ac:picMkLst>
            <pc:docMk/>
            <pc:sldMk cId="3999759775" sldId="272"/>
            <ac:picMk id="14" creationId="{E262E521-7166-4953-0B3B-6BF3731CC572}"/>
          </ac:picMkLst>
        </pc:picChg>
        <pc:picChg chg="add mod">
          <ac:chgData name="Bess Whitfield" userId="37db7fc2c1acf104" providerId="LiveId" clId="{DC28302F-E672-4809-9DEA-7D3F07A0ED3E}" dt="2025-12-14T19:10:10.631" v="338" actId="1076"/>
          <ac:picMkLst>
            <pc:docMk/>
            <pc:sldMk cId="3999759775" sldId="272"/>
            <ac:picMk id="15" creationId="{A5379801-F31E-659D-EA83-D7478FD28A43}"/>
          </ac:picMkLst>
        </pc:picChg>
        <pc:picChg chg="add mod">
          <ac:chgData name="Bess Whitfield" userId="37db7fc2c1acf104" providerId="LiveId" clId="{DC28302F-E672-4809-9DEA-7D3F07A0ED3E}" dt="2025-12-14T22:45:57.944" v="3192" actId="1076"/>
          <ac:picMkLst>
            <pc:docMk/>
            <pc:sldMk cId="3999759775" sldId="272"/>
            <ac:picMk id="19" creationId="{BB21C803-E214-ACC3-8A7C-BBBC15D18469}"/>
          </ac:picMkLst>
        </pc:picChg>
        <pc:picChg chg="add mod">
          <ac:chgData name="Bess Whitfield" userId="37db7fc2c1acf104" providerId="LiveId" clId="{DC28302F-E672-4809-9DEA-7D3F07A0ED3E}" dt="2025-12-14T22:46:06.019" v="3194" actId="1076"/>
          <ac:picMkLst>
            <pc:docMk/>
            <pc:sldMk cId="3999759775" sldId="272"/>
            <ac:picMk id="20" creationId="{31F2B0D7-5448-F938-1227-D3498EAC3FBD}"/>
          </ac:picMkLst>
        </pc:picChg>
      </pc:sldChg>
      <pc:sldChg chg="addSp delSp modSp del mod modClrScheme chgLayout">
        <pc:chgData name="Bess Whitfield" userId="37db7fc2c1acf104" providerId="LiveId" clId="{DC28302F-E672-4809-9DEA-7D3F07A0ED3E}" dt="2025-12-14T19:35:33.541" v="996" actId="47"/>
        <pc:sldMkLst>
          <pc:docMk/>
          <pc:sldMk cId="726169185" sldId="275"/>
        </pc:sldMkLst>
        <pc:spChg chg="add del mod">
          <ac:chgData name="Bess Whitfield" userId="37db7fc2c1acf104" providerId="LiveId" clId="{DC28302F-E672-4809-9DEA-7D3F07A0ED3E}" dt="2025-12-14T19:04:13.245" v="269" actId="26606"/>
          <ac:spMkLst>
            <pc:docMk/>
            <pc:sldMk cId="726169185" sldId="275"/>
            <ac:spMk id="3" creationId="{E70E77B7-391B-278F-2D03-6F50A9840843}"/>
          </ac:spMkLst>
        </pc:spChg>
        <pc:spChg chg="add del mod">
          <ac:chgData name="Bess Whitfield" userId="37db7fc2c1acf104" providerId="LiveId" clId="{DC28302F-E672-4809-9DEA-7D3F07A0ED3E}" dt="2025-12-14T19:03:26.898" v="262" actId="26606"/>
          <ac:spMkLst>
            <pc:docMk/>
            <pc:sldMk cId="726169185" sldId="275"/>
            <ac:spMk id="8" creationId="{C1EC8617-B25F-8408-A5CD-2C52B0263833}"/>
          </ac:spMkLst>
        </pc:spChg>
        <pc:spChg chg="add del mod">
          <ac:chgData name="Bess Whitfield" userId="37db7fc2c1acf104" providerId="LiveId" clId="{DC28302F-E672-4809-9DEA-7D3F07A0ED3E}" dt="2025-12-14T19:04:03.441" v="264" actId="26606"/>
          <ac:spMkLst>
            <pc:docMk/>
            <pc:sldMk cId="726169185" sldId="275"/>
            <ac:spMk id="9" creationId="{C67862C8-E03A-981F-B950-00D3B435E5DA}"/>
          </ac:spMkLst>
        </pc:spChg>
        <pc:spChg chg="add del mod">
          <ac:chgData name="Bess Whitfield" userId="37db7fc2c1acf104" providerId="LiveId" clId="{DC28302F-E672-4809-9DEA-7D3F07A0ED3E}" dt="2025-12-14T19:03:26.898" v="262" actId="26606"/>
          <ac:spMkLst>
            <pc:docMk/>
            <pc:sldMk cId="726169185" sldId="275"/>
            <ac:spMk id="10" creationId="{5FE39379-C2EC-4526-52F7-7287013B6887}"/>
          </ac:spMkLst>
        </pc:spChg>
        <pc:spChg chg="add del mod">
          <ac:chgData name="Bess Whitfield" userId="37db7fc2c1acf104" providerId="LiveId" clId="{DC28302F-E672-4809-9DEA-7D3F07A0ED3E}" dt="2025-12-14T19:04:03.441" v="264" actId="26606"/>
          <ac:spMkLst>
            <pc:docMk/>
            <pc:sldMk cId="726169185" sldId="275"/>
            <ac:spMk id="11" creationId="{BDADF05F-B6EB-02CE-6AA8-C7D18A646FF5}"/>
          </ac:spMkLst>
        </pc:spChg>
        <pc:spChg chg="add del mod">
          <ac:chgData name="Bess Whitfield" userId="37db7fc2c1acf104" providerId="LiveId" clId="{DC28302F-E672-4809-9DEA-7D3F07A0ED3E}" dt="2025-12-14T19:04:07.597" v="266" actId="26606"/>
          <ac:spMkLst>
            <pc:docMk/>
            <pc:sldMk cId="726169185" sldId="275"/>
            <ac:spMk id="13" creationId="{7279E94C-4D8B-91D8-ADD6-F291B7ED9BCA}"/>
          </ac:spMkLst>
        </pc:spChg>
        <pc:spChg chg="add del mod">
          <ac:chgData name="Bess Whitfield" userId="37db7fc2c1acf104" providerId="LiveId" clId="{DC28302F-E672-4809-9DEA-7D3F07A0ED3E}" dt="2025-12-14T19:04:07.597" v="266" actId="26606"/>
          <ac:spMkLst>
            <pc:docMk/>
            <pc:sldMk cId="726169185" sldId="275"/>
            <ac:spMk id="14" creationId="{3100F342-903C-8F62-B087-7564B005690E}"/>
          </ac:spMkLst>
        </pc:spChg>
        <pc:spChg chg="add del mod">
          <ac:chgData name="Bess Whitfield" userId="37db7fc2c1acf104" providerId="LiveId" clId="{DC28302F-E672-4809-9DEA-7D3F07A0ED3E}" dt="2025-12-14T19:04:13.225" v="268" actId="26606"/>
          <ac:spMkLst>
            <pc:docMk/>
            <pc:sldMk cId="726169185" sldId="275"/>
            <ac:spMk id="17" creationId="{1FF0D5FC-79EA-881E-80D7-698FEC8C5C3B}"/>
          </ac:spMkLst>
        </pc:spChg>
        <pc:spChg chg="add del">
          <ac:chgData name="Bess Whitfield" userId="37db7fc2c1acf104" providerId="LiveId" clId="{DC28302F-E672-4809-9DEA-7D3F07A0ED3E}" dt="2025-12-14T19:04:13.225" v="268" actId="26606"/>
          <ac:spMkLst>
            <pc:docMk/>
            <pc:sldMk cId="726169185" sldId="275"/>
            <ac:spMk id="18" creationId="{E70E77B7-391B-278F-2D03-6F50A9840843}"/>
          </ac:spMkLst>
        </pc:spChg>
        <pc:spChg chg="add mod">
          <ac:chgData name="Bess Whitfield" userId="37db7fc2c1acf104" providerId="LiveId" clId="{DC28302F-E672-4809-9DEA-7D3F07A0ED3E}" dt="2025-12-14T19:04:13.245" v="269" actId="26606"/>
          <ac:spMkLst>
            <pc:docMk/>
            <pc:sldMk cId="726169185" sldId="275"/>
            <ac:spMk id="20" creationId="{C67862C8-E03A-981F-B950-00D3B435E5DA}"/>
          </ac:spMkLst>
        </pc:spChg>
        <pc:spChg chg="add mod">
          <ac:chgData name="Bess Whitfield" userId="37db7fc2c1acf104" providerId="LiveId" clId="{DC28302F-E672-4809-9DEA-7D3F07A0ED3E}" dt="2025-12-14T19:04:13.245" v="269" actId="26606"/>
          <ac:spMkLst>
            <pc:docMk/>
            <pc:sldMk cId="726169185" sldId="275"/>
            <ac:spMk id="21" creationId="{BDADF05F-B6EB-02CE-6AA8-C7D18A646FF5}"/>
          </ac:spMkLst>
        </pc:spChg>
        <pc:graphicFrameChg chg="add del">
          <ac:chgData name="Bess Whitfield" userId="37db7fc2c1acf104" providerId="LiveId" clId="{DC28302F-E672-4809-9DEA-7D3F07A0ED3E}" dt="2025-12-14T19:04:03.441" v="264" actId="26606"/>
          <ac:graphicFrameMkLst>
            <pc:docMk/>
            <pc:sldMk cId="726169185" sldId="275"/>
            <ac:graphicFrameMk id="5" creationId="{5465BA50-DFC8-922D-C13E-F515C0A6AC26}"/>
          </ac:graphicFrameMkLst>
        </pc:graphicFrameChg>
        <pc:graphicFrameChg chg="add del">
          <ac:chgData name="Bess Whitfield" userId="37db7fc2c1acf104" providerId="LiveId" clId="{DC28302F-E672-4809-9DEA-7D3F07A0ED3E}" dt="2025-12-14T19:04:07.597" v="266" actId="26606"/>
          <ac:graphicFrameMkLst>
            <pc:docMk/>
            <pc:sldMk cId="726169185" sldId="275"/>
            <ac:graphicFrameMk id="15" creationId="{E79FD54D-299D-38F2-176B-855902F2C95B}"/>
          </ac:graphicFrameMkLst>
        </pc:graphicFrameChg>
        <pc:graphicFrameChg chg="add mod modGraphic">
          <ac:chgData name="Bess Whitfield" userId="37db7fc2c1acf104" providerId="LiveId" clId="{DC28302F-E672-4809-9DEA-7D3F07A0ED3E}" dt="2025-12-14T19:35:24.977" v="995"/>
          <ac:graphicFrameMkLst>
            <pc:docMk/>
            <pc:sldMk cId="726169185" sldId="275"/>
            <ac:graphicFrameMk id="22" creationId="{5465BA50-DFC8-922D-C13E-F515C0A6AC26}"/>
          </ac:graphicFrameMkLst>
        </pc:graphicFrameChg>
      </pc:sldChg>
      <pc:sldChg chg="del">
        <pc:chgData name="Bess Whitfield" userId="37db7fc2c1acf104" providerId="LiveId" clId="{DC28302F-E672-4809-9DEA-7D3F07A0ED3E}" dt="2025-12-14T21:41:03.066" v="3007" actId="47"/>
        <pc:sldMkLst>
          <pc:docMk/>
          <pc:sldMk cId="1669418864" sldId="276"/>
        </pc:sldMkLst>
      </pc:sldChg>
      <pc:sldChg chg="addSp delSp modSp del mod modClrScheme chgLayout">
        <pc:chgData name="Bess Whitfield" userId="37db7fc2c1acf104" providerId="LiveId" clId="{DC28302F-E672-4809-9DEA-7D3F07A0ED3E}" dt="2025-12-14T21:49:16.124" v="3076" actId="47"/>
        <pc:sldMkLst>
          <pc:docMk/>
          <pc:sldMk cId="1303301948" sldId="277"/>
        </pc:sldMkLst>
        <pc:spChg chg="mod">
          <ac:chgData name="Bess Whitfield" userId="37db7fc2c1acf104" providerId="LiveId" clId="{DC28302F-E672-4809-9DEA-7D3F07A0ED3E}" dt="2025-12-14T21:43:16.801" v="3020" actId="26606"/>
          <ac:spMkLst>
            <pc:docMk/>
            <pc:sldMk cId="1303301948" sldId="277"/>
            <ac:spMk id="8" creationId="{00000000-0000-0000-0000-000000000000}"/>
          </ac:spMkLst>
        </pc:spChg>
        <pc:spChg chg="add del">
          <ac:chgData name="Bess Whitfield" userId="37db7fc2c1acf104" providerId="LiveId" clId="{DC28302F-E672-4809-9DEA-7D3F07A0ED3E}" dt="2025-12-14T21:43:16.801" v="3020" actId="26606"/>
          <ac:spMkLst>
            <pc:docMk/>
            <pc:sldMk cId="1303301948" sldId="277"/>
            <ac:spMk id="9" creationId="{00000000-0000-0000-0000-000000000000}"/>
          </ac:spMkLst>
        </pc:spChg>
        <pc:spChg chg="add del mod">
          <ac:chgData name="Bess Whitfield" userId="37db7fc2c1acf104" providerId="LiveId" clId="{DC28302F-E672-4809-9DEA-7D3F07A0ED3E}" dt="2025-12-14T21:43:47.912" v="3029"/>
          <ac:spMkLst>
            <pc:docMk/>
            <pc:sldMk cId="1303301948" sldId="277"/>
            <ac:spMk id="10" creationId="{00000000-0000-0000-0000-000000000000}"/>
          </ac:spMkLst>
        </pc:spChg>
        <pc:spChg chg="add del mod">
          <ac:chgData name="Bess Whitfield" userId="37db7fc2c1acf104" providerId="LiveId" clId="{DC28302F-E672-4809-9DEA-7D3F07A0ED3E}" dt="2025-12-14T21:43:12.895" v="3018" actId="26606"/>
          <ac:spMkLst>
            <pc:docMk/>
            <pc:sldMk cId="1303301948" sldId="277"/>
            <ac:spMk id="15" creationId="{478F18D0-ECBE-07EC-1DD0-EB480AB2B3F3}"/>
          </ac:spMkLst>
        </pc:spChg>
        <pc:spChg chg="add del mod">
          <ac:chgData name="Bess Whitfield" userId="37db7fc2c1acf104" providerId="LiveId" clId="{DC28302F-E672-4809-9DEA-7D3F07A0ED3E}" dt="2025-12-14T21:43:12.895" v="3018" actId="26606"/>
          <ac:spMkLst>
            <pc:docMk/>
            <pc:sldMk cId="1303301948" sldId="277"/>
            <ac:spMk id="17" creationId="{242CDF91-26AD-E236-3426-633428C919F2}"/>
          </ac:spMkLst>
        </pc:spChg>
        <pc:spChg chg="add del mod">
          <ac:chgData name="Bess Whitfield" userId="37db7fc2c1acf104" providerId="LiveId" clId="{DC28302F-E672-4809-9DEA-7D3F07A0ED3E}" dt="2025-12-14T21:43:12.895" v="3018" actId="26606"/>
          <ac:spMkLst>
            <pc:docMk/>
            <pc:sldMk cId="1303301948" sldId="277"/>
            <ac:spMk id="19" creationId="{E25D684A-1F92-6B20-A291-E9784D7FC99B}"/>
          </ac:spMkLst>
        </pc:spChg>
        <pc:spChg chg="add del mod">
          <ac:chgData name="Bess Whitfield" userId="37db7fc2c1acf104" providerId="LiveId" clId="{DC28302F-E672-4809-9DEA-7D3F07A0ED3E}" dt="2025-12-14T21:43:16.801" v="3020" actId="26606"/>
          <ac:spMkLst>
            <pc:docMk/>
            <pc:sldMk cId="1303301948" sldId="277"/>
            <ac:spMk id="21" creationId="{8779F218-BE1A-5361-6D77-6ED1815FD192}"/>
          </ac:spMkLst>
        </pc:spChg>
        <pc:spChg chg="add del mod">
          <ac:chgData name="Bess Whitfield" userId="37db7fc2c1acf104" providerId="LiveId" clId="{DC28302F-E672-4809-9DEA-7D3F07A0ED3E}" dt="2025-12-14T21:43:16.801" v="3020" actId="26606"/>
          <ac:spMkLst>
            <pc:docMk/>
            <pc:sldMk cId="1303301948" sldId="277"/>
            <ac:spMk id="22" creationId="{E3D85C60-DAF3-EDCE-55AC-F1A2156385B8}"/>
          </ac:spMkLst>
        </pc:spChg>
        <pc:spChg chg="add del mod">
          <ac:chgData name="Bess Whitfield" userId="37db7fc2c1acf104" providerId="LiveId" clId="{DC28302F-E672-4809-9DEA-7D3F07A0ED3E}" dt="2025-12-14T21:43:16.801" v="3020" actId="26606"/>
          <ac:spMkLst>
            <pc:docMk/>
            <pc:sldMk cId="1303301948" sldId="277"/>
            <ac:spMk id="23" creationId="{811D4853-6DD2-7900-73A5-4D15C0C8F52D}"/>
          </ac:spMkLst>
        </pc:spChg>
        <pc:picChg chg="add del mod">
          <ac:chgData name="Bess Whitfield" userId="37db7fc2c1acf104" providerId="LiveId" clId="{DC28302F-E672-4809-9DEA-7D3F07A0ED3E}" dt="2025-12-14T21:43:50.405" v="3030" actId="478"/>
          <ac:picMkLst>
            <pc:docMk/>
            <pc:sldMk cId="1303301948" sldId="277"/>
            <ac:picMk id="3" creationId="{F53F2710-8EFB-5AD0-F14A-760BAD3A8779}"/>
          </ac:picMkLst>
        </pc:picChg>
      </pc:sldChg>
      <pc:sldChg chg="addSp delSp modSp del mod modClrScheme chgLayout">
        <pc:chgData name="Bess Whitfield" userId="37db7fc2c1acf104" providerId="LiveId" clId="{DC28302F-E672-4809-9DEA-7D3F07A0ED3E}" dt="2025-12-14T20:44:25.269" v="2267" actId="47"/>
        <pc:sldMkLst>
          <pc:docMk/>
          <pc:sldMk cId="3463019423" sldId="278"/>
        </pc:sldMkLst>
        <pc:spChg chg="add mod">
          <ac:chgData name="Bess Whitfield" userId="37db7fc2c1acf104" providerId="LiveId" clId="{DC28302F-E672-4809-9DEA-7D3F07A0ED3E}" dt="2025-12-14T20:35:49.639" v="2175" actId="26606"/>
          <ac:spMkLst>
            <pc:docMk/>
            <pc:sldMk cId="3463019423" sldId="278"/>
            <ac:spMk id="2" creationId="{F6CD457C-7A1B-04A0-5B1E-C2838800F94A}"/>
          </ac:spMkLst>
        </pc:spChg>
        <pc:spChg chg="add del mod">
          <ac:chgData name="Bess Whitfield" userId="37db7fc2c1acf104" providerId="LiveId" clId="{DC28302F-E672-4809-9DEA-7D3F07A0ED3E}" dt="2025-12-14T19:36:06.906" v="1003" actId="478"/>
          <ac:spMkLst>
            <pc:docMk/>
            <pc:sldMk cId="3463019423" sldId="278"/>
            <ac:spMk id="3" creationId="{F9620A21-9032-EFEC-4082-24D69DB0ECC1}"/>
          </ac:spMkLst>
        </pc:spChg>
        <pc:spChg chg="add del">
          <ac:chgData name="Bess Whitfield" userId="37db7fc2c1acf104" providerId="LiveId" clId="{DC28302F-E672-4809-9DEA-7D3F07A0ED3E}" dt="2025-12-14T19:36:00.907" v="1001" actId="478"/>
          <ac:spMkLst>
            <pc:docMk/>
            <pc:sldMk cId="3463019423" sldId="278"/>
            <ac:spMk id="5" creationId="{3F619E88-BCDA-102A-BC73-919E2059B687}"/>
          </ac:spMkLst>
        </pc:spChg>
        <pc:spChg chg="add del mod">
          <ac:chgData name="Bess Whitfield" userId="37db7fc2c1acf104" providerId="LiveId" clId="{DC28302F-E672-4809-9DEA-7D3F07A0ED3E}" dt="2025-12-14T20:35:49.639" v="2175" actId="26606"/>
          <ac:spMkLst>
            <pc:docMk/>
            <pc:sldMk cId="3463019423" sldId="278"/>
            <ac:spMk id="6" creationId="{6F5F53EA-948F-8AB9-E7A2-29CD079DF4D6}"/>
          </ac:spMkLst>
        </pc:spChg>
        <pc:graphicFrameChg chg="add mod modGraphic">
          <ac:chgData name="Bess Whitfield" userId="37db7fc2c1acf104" providerId="LiveId" clId="{DC28302F-E672-4809-9DEA-7D3F07A0ED3E}" dt="2025-12-14T20:42:43.250" v="2251" actId="255"/>
          <ac:graphicFrameMkLst>
            <pc:docMk/>
            <pc:sldMk cId="3463019423" sldId="278"/>
            <ac:graphicFrameMk id="8" creationId="{0B25741E-2FAA-E7E8-2070-0D652FD2FDFD}"/>
          </ac:graphicFrameMkLst>
        </pc:graphicFrameChg>
      </pc:sldChg>
      <pc:sldChg chg="addSp delSp modSp mod">
        <pc:chgData name="Bess Whitfield" userId="37db7fc2c1acf104" providerId="LiveId" clId="{DC28302F-E672-4809-9DEA-7D3F07A0ED3E}" dt="2025-12-14T21:11:30.782" v="2365" actId="1076"/>
        <pc:sldMkLst>
          <pc:docMk/>
          <pc:sldMk cId="1057520331" sldId="279"/>
        </pc:sldMkLst>
        <pc:spChg chg="del mod">
          <ac:chgData name="Bess Whitfield" userId="37db7fc2c1acf104" providerId="LiveId" clId="{DC28302F-E672-4809-9DEA-7D3F07A0ED3E}" dt="2025-12-14T19:20:16.862" v="526" actId="478"/>
          <ac:spMkLst>
            <pc:docMk/>
            <pc:sldMk cId="1057520331" sldId="279"/>
            <ac:spMk id="2" creationId="{31DD2F01-11C6-083E-6A14-0ADF2A8CB281}"/>
          </ac:spMkLst>
        </pc:spChg>
        <pc:spChg chg="mod">
          <ac:chgData name="Bess Whitfield" userId="37db7fc2c1acf104" providerId="LiveId" clId="{DC28302F-E672-4809-9DEA-7D3F07A0ED3E}" dt="2025-12-14T21:11:13.792" v="2363" actId="14100"/>
          <ac:spMkLst>
            <pc:docMk/>
            <pc:sldMk cId="1057520331" sldId="279"/>
            <ac:spMk id="4" creationId="{A673B93F-6959-0FF9-D97A-DF83AFC5D92D}"/>
          </ac:spMkLst>
        </pc:spChg>
        <pc:spChg chg="add del mod">
          <ac:chgData name="Bess Whitfield" userId="37db7fc2c1acf104" providerId="LiveId" clId="{DC28302F-E672-4809-9DEA-7D3F07A0ED3E}" dt="2025-12-14T19:27:02.409" v="606" actId="478"/>
          <ac:spMkLst>
            <pc:docMk/>
            <pc:sldMk cId="1057520331" sldId="279"/>
            <ac:spMk id="13" creationId="{02B72182-764F-1727-409A-59EFC028A8E6}"/>
          </ac:spMkLst>
        </pc:spChg>
        <pc:graphicFrameChg chg="add del mod modGraphic">
          <ac:chgData name="Bess Whitfield" userId="37db7fc2c1acf104" providerId="LiveId" clId="{DC28302F-E672-4809-9DEA-7D3F07A0ED3E}" dt="2025-12-14T19:01:09.466" v="254" actId="478"/>
          <ac:graphicFrameMkLst>
            <pc:docMk/>
            <pc:sldMk cId="1057520331" sldId="279"/>
            <ac:graphicFrameMk id="5" creationId="{69572425-5844-6CF9-7BEB-4308FFD844BB}"/>
          </ac:graphicFrameMkLst>
        </pc:graphicFrameChg>
        <pc:picChg chg="add mod">
          <ac:chgData name="Bess Whitfield" userId="37db7fc2c1acf104" providerId="LiveId" clId="{DC28302F-E672-4809-9DEA-7D3F07A0ED3E}" dt="2025-12-14T20:37:51.057" v="2189" actId="1076"/>
          <ac:picMkLst>
            <pc:docMk/>
            <pc:sldMk cId="1057520331" sldId="279"/>
            <ac:picMk id="2" creationId="{CA480EFE-F276-85C2-C35C-09EDEC10F447}"/>
          </ac:picMkLst>
        </pc:picChg>
        <pc:picChg chg="add">
          <ac:chgData name="Bess Whitfield" userId="37db7fc2c1acf104" providerId="LiveId" clId="{DC28302F-E672-4809-9DEA-7D3F07A0ED3E}" dt="2025-12-14T20:39:09.858" v="2198"/>
          <ac:picMkLst>
            <pc:docMk/>
            <pc:sldMk cId="1057520331" sldId="279"/>
            <ac:picMk id="3" creationId="{E73A2961-CC67-E425-F6F8-532D4F3D8980}"/>
          </ac:picMkLst>
        </pc:picChg>
        <pc:picChg chg="add del mod">
          <ac:chgData name="Bess Whitfield" userId="37db7fc2c1acf104" providerId="LiveId" clId="{DC28302F-E672-4809-9DEA-7D3F07A0ED3E}" dt="2025-12-14T20:42:58.503" v="2252" actId="478"/>
          <ac:picMkLst>
            <pc:docMk/>
            <pc:sldMk cId="1057520331" sldId="279"/>
            <ac:picMk id="5" creationId="{3B0EDE1A-37CE-0CF8-D33F-1706571152A5}"/>
          </ac:picMkLst>
        </pc:picChg>
        <pc:picChg chg="add mod">
          <ac:chgData name="Bess Whitfield" userId="37db7fc2c1acf104" providerId="LiveId" clId="{DC28302F-E672-4809-9DEA-7D3F07A0ED3E}" dt="2025-12-14T21:11:30.782" v="2365" actId="1076"/>
          <ac:picMkLst>
            <pc:docMk/>
            <pc:sldMk cId="1057520331" sldId="279"/>
            <ac:picMk id="6" creationId="{4F5E2E30-A7F1-CD86-7591-D495E9D932C0}"/>
          </ac:picMkLst>
        </pc:picChg>
        <pc:picChg chg="add mod">
          <ac:chgData name="Bess Whitfield" userId="37db7fc2c1acf104" providerId="LiveId" clId="{DC28302F-E672-4809-9DEA-7D3F07A0ED3E}" dt="2025-12-14T20:43:08.801" v="2254" actId="1076"/>
          <ac:picMkLst>
            <pc:docMk/>
            <pc:sldMk cId="1057520331" sldId="279"/>
            <ac:picMk id="7" creationId="{340E6F44-16CE-DD50-E3D1-BF3E0602E356}"/>
          </ac:picMkLst>
        </pc:picChg>
        <pc:picChg chg="add del mod">
          <ac:chgData name="Bess Whitfield" userId="37db7fc2c1acf104" providerId="LiveId" clId="{DC28302F-E672-4809-9DEA-7D3F07A0ED3E}" dt="2025-12-14T19:19:25.113" v="518" actId="22"/>
          <ac:picMkLst>
            <pc:docMk/>
            <pc:sldMk cId="1057520331" sldId="279"/>
            <ac:picMk id="8" creationId="{B31A00A9-36DD-4951-431E-B68B1A3C51E2}"/>
          </ac:picMkLst>
        </pc:picChg>
        <pc:picChg chg="add del mod">
          <ac:chgData name="Bess Whitfield" userId="37db7fc2c1acf104" providerId="LiveId" clId="{DC28302F-E672-4809-9DEA-7D3F07A0ED3E}" dt="2025-12-14T19:20:12.062" v="524" actId="478"/>
          <ac:picMkLst>
            <pc:docMk/>
            <pc:sldMk cId="1057520331" sldId="279"/>
            <ac:picMk id="10" creationId="{D17E8EFB-0D3F-CED4-48DE-44AB29A9C4C8}"/>
          </ac:picMkLst>
        </pc:picChg>
        <pc:picChg chg="add del mod">
          <ac:chgData name="Bess Whitfield" userId="37db7fc2c1acf104" providerId="LiveId" clId="{DC28302F-E672-4809-9DEA-7D3F07A0ED3E}" dt="2025-12-14T19:26:46.773" v="603" actId="478"/>
          <ac:picMkLst>
            <pc:docMk/>
            <pc:sldMk cId="1057520331" sldId="279"/>
            <ac:picMk id="11" creationId="{F2C29F56-BC97-4CB2-1FA0-ED635A4EDF63}"/>
          </ac:picMkLst>
        </pc:picChg>
        <pc:picChg chg="add">
          <ac:chgData name="Bess Whitfield" userId="37db7fc2c1acf104" providerId="LiveId" clId="{DC28302F-E672-4809-9DEA-7D3F07A0ED3E}" dt="2025-12-14T19:25:44.852" v="598"/>
          <ac:picMkLst>
            <pc:docMk/>
            <pc:sldMk cId="1057520331" sldId="279"/>
            <ac:picMk id="14" creationId="{E695B476-7086-148D-3F7B-07821AF6A90B}"/>
          </ac:picMkLst>
        </pc:picChg>
        <pc:picChg chg="add del mod">
          <ac:chgData name="Bess Whitfield" userId="37db7fc2c1acf104" providerId="LiveId" clId="{DC28302F-E672-4809-9DEA-7D3F07A0ED3E}" dt="2025-12-14T19:26:44.558" v="602" actId="478"/>
          <ac:picMkLst>
            <pc:docMk/>
            <pc:sldMk cId="1057520331" sldId="279"/>
            <ac:picMk id="15" creationId="{9C8AAA2C-191E-C7BF-BD6A-9AF7C45085CB}"/>
          </ac:picMkLst>
        </pc:picChg>
        <pc:picChg chg="add mod">
          <ac:chgData name="Bess Whitfield" userId="37db7fc2c1acf104" providerId="LiveId" clId="{DC28302F-E672-4809-9DEA-7D3F07A0ED3E}" dt="2025-12-14T20:43:22.503" v="2255" actId="14100"/>
          <ac:picMkLst>
            <pc:docMk/>
            <pc:sldMk cId="1057520331" sldId="279"/>
            <ac:picMk id="16" creationId="{1D82FF9F-8060-4D9C-4D0F-76032A067706}"/>
          </ac:picMkLst>
        </pc:picChg>
      </pc:sldChg>
      <pc:sldChg chg="addSp delSp modSp add del mod">
        <pc:chgData name="Bess Whitfield" userId="37db7fc2c1acf104" providerId="LiveId" clId="{DC28302F-E672-4809-9DEA-7D3F07A0ED3E}" dt="2025-12-14T23:34:28.584" v="3297" actId="47"/>
        <pc:sldMkLst>
          <pc:docMk/>
          <pc:sldMk cId="3561058145" sldId="280"/>
        </pc:sldMkLst>
        <pc:spChg chg="add mod">
          <ac:chgData name="Bess Whitfield" userId="37db7fc2c1acf104" providerId="LiveId" clId="{DC28302F-E672-4809-9DEA-7D3F07A0ED3E}" dt="2025-12-14T21:52:07.088" v="3086" actId="20577"/>
          <ac:spMkLst>
            <pc:docMk/>
            <pc:sldMk cId="3561058145" sldId="280"/>
            <ac:spMk id="4" creationId="{0F549526-9DD9-6E28-B45E-DB94D722EC5E}"/>
          </ac:spMkLst>
        </pc:spChg>
        <pc:spChg chg="del mod">
          <ac:chgData name="Bess Whitfield" userId="37db7fc2c1acf104" providerId="LiveId" clId="{DC28302F-E672-4809-9DEA-7D3F07A0ED3E}" dt="2025-12-14T20:48:07.230" v="2276"/>
          <ac:spMkLst>
            <pc:docMk/>
            <pc:sldMk cId="3561058145" sldId="280"/>
            <ac:spMk id="6" creationId="{124A9B83-57CE-8D6B-9669-B61D607C7CC7}"/>
          </ac:spMkLst>
        </pc:spChg>
        <pc:picChg chg="add del mod">
          <ac:chgData name="Bess Whitfield" userId="37db7fc2c1acf104" providerId="LiveId" clId="{DC28302F-E672-4809-9DEA-7D3F07A0ED3E}" dt="2025-12-14T21:03:01.059" v="2311" actId="478"/>
          <ac:picMkLst>
            <pc:docMk/>
            <pc:sldMk cId="3561058145" sldId="280"/>
            <ac:picMk id="3" creationId="{912719CB-FCFB-ACFE-D6E2-06EC8454E860}"/>
          </ac:picMkLst>
        </pc:picChg>
        <pc:picChg chg="add mod">
          <ac:chgData name="Bess Whitfield" userId="37db7fc2c1acf104" providerId="LiveId" clId="{DC28302F-E672-4809-9DEA-7D3F07A0ED3E}" dt="2025-12-14T20:48:48.713" v="2296" actId="1076"/>
          <ac:picMkLst>
            <pc:docMk/>
            <pc:sldMk cId="3561058145" sldId="280"/>
            <ac:picMk id="5" creationId="{47F8F0F8-D554-9131-135D-D65142BADFB7}"/>
          </ac:picMkLst>
        </pc:picChg>
        <pc:picChg chg="add mod">
          <ac:chgData name="Bess Whitfield" userId="37db7fc2c1acf104" providerId="LiveId" clId="{DC28302F-E672-4809-9DEA-7D3F07A0ED3E}" dt="2025-12-14T21:08:19.902" v="2326" actId="14100"/>
          <ac:picMkLst>
            <pc:docMk/>
            <pc:sldMk cId="3561058145" sldId="280"/>
            <ac:picMk id="8" creationId="{2796C450-36DF-644B-CE78-0CEA06E264B3}"/>
          </ac:picMkLst>
        </pc:picChg>
        <pc:picChg chg="add mod">
          <ac:chgData name="Bess Whitfield" userId="37db7fc2c1acf104" providerId="LiveId" clId="{DC28302F-E672-4809-9DEA-7D3F07A0ED3E}" dt="2025-12-14T21:08:23.263" v="2327" actId="14100"/>
          <ac:picMkLst>
            <pc:docMk/>
            <pc:sldMk cId="3561058145" sldId="280"/>
            <ac:picMk id="10" creationId="{BBCEEAC9-A3F3-277D-0586-25934656F8B0}"/>
          </ac:picMkLst>
        </pc:picChg>
      </pc:sldChg>
      <pc:sldChg chg="addSp delSp modSp add del mod modClrScheme chgLayout">
        <pc:chgData name="Bess Whitfield" userId="37db7fc2c1acf104" providerId="LiveId" clId="{DC28302F-E672-4809-9DEA-7D3F07A0ED3E}" dt="2025-12-14T21:59:20.605" v="3189" actId="47"/>
        <pc:sldMkLst>
          <pc:docMk/>
          <pc:sldMk cId="3117648506" sldId="281"/>
        </pc:sldMkLst>
        <pc:spChg chg="add mod">
          <ac:chgData name="Bess Whitfield" userId="37db7fc2c1acf104" providerId="LiveId" clId="{DC28302F-E672-4809-9DEA-7D3F07A0ED3E}" dt="2025-12-14T21:44:10.428" v="3031" actId="26606"/>
          <ac:spMkLst>
            <pc:docMk/>
            <pc:sldMk cId="3117648506" sldId="281"/>
            <ac:spMk id="2" creationId="{2F806C52-480A-3B0A-0F79-5A57CB7C80DA}"/>
          </ac:spMkLst>
        </pc:spChg>
        <pc:spChg chg="add del mod">
          <ac:chgData name="Bess Whitfield" userId="37db7fc2c1acf104" providerId="LiveId" clId="{DC28302F-E672-4809-9DEA-7D3F07A0ED3E}" dt="2025-12-14T21:44:10.428" v="3031" actId="26606"/>
          <ac:spMkLst>
            <pc:docMk/>
            <pc:sldMk cId="3117648506" sldId="281"/>
            <ac:spMk id="4" creationId="{612168F4-19D2-D7CB-6D56-29D2DC44D73D}"/>
          </ac:spMkLst>
        </pc:spChg>
        <pc:spChg chg="del mod">
          <ac:chgData name="Bess Whitfield" userId="37db7fc2c1acf104" providerId="LiveId" clId="{DC28302F-E672-4809-9DEA-7D3F07A0ED3E}" dt="2025-12-14T21:09:52.499" v="2330"/>
          <ac:spMkLst>
            <pc:docMk/>
            <pc:sldMk cId="3117648506" sldId="281"/>
            <ac:spMk id="6" creationId="{C434DD3E-B23D-3C2C-C351-03D1FD4EE250}"/>
          </ac:spMkLst>
        </pc:spChg>
        <pc:graphicFrameChg chg="add modGraphic">
          <ac:chgData name="Bess Whitfield" userId="37db7fc2c1acf104" providerId="LiveId" clId="{DC28302F-E672-4809-9DEA-7D3F07A0ED3E}" dt="2025-12-14T21:57:40.822" v="3181" actId="20577"/>
          <ac:graphicFrameMkLst>
            <pc:docMk/>
            <pc:sldMk cId="3117648506" sldId="281"/>
            <ac:graphicFrameMk id="7" creationId="{AA030022-794E-5A03-BC95-F5F3D99675A0}"/>
          </ac:graphicFrameMkLst>
        </pc:graphicFrameChg>
        <pc:picChg chg="add del mod">
          <ac:chgData name="Bess Whitfield" userId="37db7fc2c1acf104" providerId="LiveId" clId="{DC28302F-E672-4809-9DEA-7D3F07A0ED3E}" dt="2025-12-14T21:42:15.378" v="3013" actId="478"/>
          <ac:picMkLst>
            <pc:docMk/>
            <pc:sldMk cId="3117648506" sldId="281"/>
            <ac:picMk id="3" creationId="{99F8F53B-DB4D-3756-5264-D04968C6AD40}"/>
          </ac:picMkLst>
        </pc:picChg>
      </pc:sldChg>
      <pc:sldChg chg="addSp delSp modSp new mod">
        <pc:chgData name="Bess Whitfield" userId="37db7fc2c1acf104" providerId="LiveId" clId="{DC28302F-E672-4809-9DEA-7D3F07A0ED3E}" dt="2025-12-14T21:59:27.211" v="3190" actId="1076"/>
        <pc:sldMkLst>
          <pc:docMk/>
          <pc:sldMk cId="1957095948" sldId="282"/>
        </pc:sldMkLst>
        <pc:spChg chg="add mod">
          <ac:chgData name="Bess Whitfield" userId="37db7fc2c1acf104" providerId="LiveId" clId="{DC28302F-E672-4809-9DEA-7D3F07A0ED3E}" dt="2025-12-14T21:58:18.841" v="3187" actId="20577"/>
          <ac:spMkLst>
            <pc:docMk/>
            <pc:sldMk cId="1957095948" sldId="282"/>
            <ac:spMk id="3" creationId="{A50CF096-DBEA-E5ED-97D7-F1AE5CECE970}"/>
          </ac:spMkLst>
        </pc:spChg>
        <pc:picChg chg="add del mod">
          <ac:chgData name="Bess Whitfield" userId="37db7fc2c1acf104" providerId="LiveId" clId="{DC28302F-E672-4809-9DEA-7D3F07A0ED3E}" dt="2025-12-14T21:44:58.722" v="3037" actId="478"/>
          <ac:picMkLst>
            <pc:docMk/>
            <pc:sldMk cId="1957095948" sldId="282"/>
            <ac:picMk id="2" creationId="{8B061CCC-5055-1E87-46C2-97DAD890AA33}"/>
          </ac:picMkLst>
        </pc:picChg>
        <pc:picChg chg="add mod">
          <ac:chgData name="Bess Whitfield" userId="37db7fc2c1acf104" providerId="LiveId" clId="{DC28302F-E672-4809-9DEA-7D3F07A0ED3E}" dt="2025-12-14T21:59:27.211" v="3190" actId="1076"/>
          <ac:picMkLst>
            <pc:docMk/>
            <pc:sldMk cId="1957095948" sldId="282"/>
            <ac:picMk id="4" creationId="{656226B5-D8EE-ED6F-23B2-5C5E16A88EF6}"/>
          </ac:picMkLst>
        </pc:picChg>
        <pc:picChg chg="add del">
          <ac:chgData name="Bess Whitfield" userId="37db7fc2c1acf104" providerId="LiveId" clId="{DC28302F-E672-4809-9DEA-7D3F07A0ED3E}" dt="2025-12-14T21:48:39.156" v="3073" actId="478"/>
          <ac:picMkLst>
            <pc:docMk/>
            <pc:sldMk cId="1957095948" sldId="282"/>
            <ac:picMk id="5" creationId="{767E7C8C-6EE8-4168-64A4-106D322C4857}"/>
          </ac:picMkLst>
        </pc:picChg>
        <pc:picChg chg="add del mod">
          <ac:chgData name="Bess Whitfield" userId="37db7fc2c1acf104" providerId="LiveId" clId="{DC28302F-E672-4809-9DEA-7D3F07A0ED3E}" dt="2025-12-14T21:57:57.934" v="3182" actId="478"/>
          <ac:picMkLst>
            <pc:docMk/>
            <pc:sldMk cId="1957095948" sldId="282"/>
            <ac:picMk id="6" creationId="{9091976C-016A-66EE-EDDF-C1A3A0E27961}"/>
          </ac:picMkLst>
        </pc:picChg>
        <pc:picChg chg="add mod">
          <ac:chgData name="Bess Whitfield" userId="37db7fc2c1acf104" providerId="LiveId" clId="{DC28302F-E672-4809-9DEA-7D3F07A0ED3E}" dt="2025-12-14T21:58:24.597" v="3188" actId="1076"/>
          <ac:picMkLst>
            <pc:docMk/>
            <pc:sldMk cId="1957095948" sldId="282"/>
            <ac:picMk id="7" creationId="{FE020115-21EE-16E5-3CDB-482E36224356}"/>
          </ac:picMkLst>
        </pc:picChg>
      </pc:sldChg>
      <pc:sldChg chg="addSp delSp modSp new mod ord">
        <pc:chgData name="Bess Whitfield" userId="37db7fc2c1acf104" providerId="LiveId" clId="{DC28302F-E672-4809-9DEA-7D3F07A0ED3E}" dt="2025-12-14T23:59:14.429" v="3351" actId="1076"/>
        <pc:sldMkLst>
          <pc:docMk/>
          <pc:sldMk cId="202201068" sldId="283"/>
        </pc:sldMkLst>
        <pc:spChg chg="add mod">
          <ac:chgData name="Bess Whitfield" userId="37db7fc2c1acf104" providerId="LiveId" clId="{DC28302F-E672-4809-9DEA-7D3F07A0ED3E}" dt="2025-12-14T22:54:27.936" v="3284" actId="1076"/>
          <ac:spMkLst>
            <pc:docMk/>
            <pc:sldMk cId="202201068" sldId="283"/>
            <ac:spMk id="2" creationId="{C8E7F8D8-42EA-2ACE-BA71-95F0FC2C3D9E}"/>
          </ac:spMkLst>
        </pc:spChg>
        <pc:spChg chg="add mod">
          <ac:chgData name="Bess Whitfield" userId="37db7fc2c1acf104" providerId="LiveId" clId="{DC28302F-E672-4809-9DEA-7D3F07A0ED3E}" dt="2025-12-14T22:54:35.253" v="3287" actId="1076"/>
          <ac:spMkLst>
            <pc:docMk/>
            <pc:sldMk cId="202201068" sldId="283"/>
            <ac:spMk id="6" creationId="{349238DC-1AD8-9365-2763-1E745E331958}"/>
          </ac:spMkLst>
        </pc:spChg>
        <pc:picChg chg="add mod">
          <ac:chgData name="Bess Whitfield" userId="37db7fc2c1acf104" providerId="LiveId" clId="{DC28302F-E672-4809-9DEA-7D3F07A0ED3E}" dt="2025-12-14T22:54:29.672" v="3285" actId="1076"/>
          <ac:picMkLst>
            <pc:docMk/>
            <pc:sldMk cId="202201068" sldId="283"/>
            <ac:picMk id="3" creationId="{34E5490B-1529-DE3F-02B2-A1E62AA351FC}"/>
          </ac:picMkLst>
        </pc:picChg>
        <pc:picChg chg="add mod">
          <ac:chgData name="Bess Whitfield" userId="37db7fc2c1acf104" providerId="LiveId" clId="{DC28302F-E672-4809-9DEA-7D3F07A0ED3E}" dt="2025-12-14T22:54:39.911" v="3288" actId="1076"/>
          <ac:picMkLst>
            <pc:docMk/>
            <pc:sldMk cId="202201068" sldId="283"/>
            <ac:picMk id="5" creationId="{6D21B061-70A0-F8D9-9E69-36ED72FA76B0}"/>
          </ac:picMkLst>
        </pc:picChg>
        <pc:picChg chg="add mod">
          <ac:chgData name="Bess Whitfield" userId="37db7fc2c1acf104" providerId="LiveId" clId="{DC28302F-E672-4809-9DEA-7D3F07A0ED3E}" dt="2025-12-14T22:54:32.082" v="3286" actId="1076"/>
          <ac:picMkLst>
            <pc:docMk/>
            <pc:sldMk cId="202201068" sldId="283"/>
            <ac:picMk id="7" creationId="{885DD088-6183-7C2E-D57B-02C21FF2A853}"/>
          </ac:picMkLst>
        </pc:picChg>
        <pc:picChg chg="add mod">
          <ac:chgData name="Bess Whitfield" userId="37db7fc2c1acf104" providerId="LiveId" clId="{DC28302F-E672-4809-9DEA-7D3F07A0ED3E}" dt="2025-12-14T22:54:43.987" v="3289" actId="1076"/>
          <ac:picMkLst>
            <pc:docMk/>
            <pc:sldMk cId="202201068" sldId="283"/>
            <ac:picMk id="9" creationId="{D11CA6F0-13D9-47A4-ED89-8699AA56F244}"/>
          </ac:picMkLst>
        </pc:picChg>
        <pc:picChg chg="add mod">
          <ac:chgData name="Bess Whitfield" userId="37db7fc2c1acf104" providerId="LiveId" clId="{DC28302F-E672-4809-9DEA-7D3F07A0ED3E}" dt="2025-12-14T22:54:46.545" v="3290" actId="1076"/>
          <ac:picMkLst>
            <pc:docMk/>
            <pc:sldMk cId="202201068" sldId="283"/>
            <ac:picMk id="11" creationId="{60515A14-50BE-0FDF-3D53-961C7C38C7CD}"/>
          </ac:picMkLst>
        </pc:picChg>
        <pc:picChg chg="add mod">
          <ac:chgData name="Bess Whitfield" userId="37db7fc2c1acf104" providerId="LiveId" clId="{DC28302F-E672-4809-9DEA-7D3F07A0ED3E}" dt="2025-12-14T23:51:16.546" v="3314" actId="1076"/>
          <ac:picMkLst>
            <pc:docMk/>
            <pc:sldMk cId="202201068" sldId="283"/>
            <ac:picMk id="15" creationId="{7CF65CFC-4386-82E4-9204-3BC5CBB53F24}"/>
          </ac:picMkLst>
        </pc:picChg>
        <pc:picChg chg="add mod">
          <ac:chgData name="Bess Whitfield" userId="37db7fc2c1acf104" providerId="LiveId" clId="{DC28302F-E672-4809-9DEA-7D3F07A0ED3E}" dt="2025-12-14T22:54:58.991" v="3293" actId="1076"/>
          <ac:picMkLst>
            <pc:docMk/>
            <pc:sldMk cId="202201068" sldId="283"/>
            <ac:picMk id="16" creationId="{234EB734-45B2-23AA-3789-C4B98E81DDD8}"/>
          </ac:picMkLst>
        </pc:picChg>
        <pc:picChg chg="add del mod">
          <ac:chgData name="Bess Whitfield" userId="37db7fc2c1acf104" providerId="LiveId" clId="{DC28302F-E672-4809-9DEA-7D3F07A0ED3E}" dt="2025-12-14T22:53:19.085" v="3269" actId="478"/>
          <ac:picMkLst>
            <pc:docMk/>
            <pc:sldMk cId="202201068" sldId="283"/>
            <ac:picMk id="17" creationId="{91B59CA2-C74E-BC17-D5F7-414700240F9C}"/>
          </ac:picMkLst>
        </pc:picChg>
        <pc:picChg chg="add mod">
          <ac:chgData name="Bess Whitfield" userId="37db7fc2c1acf104" providerId="LiveId" clId="{DC28302F-E672-4809-9DEA-7D3F07A0ED3E}" dt="2025-12-14T23:59:14.429" v="3351" actId="1076"/>
          <ac:picMkLst>
            <pc:docMk/>
            <pc:sldMk cId="202201068" sldId="283"/>
            <ac:picMk id="19" creationId="{D5D23479-98DA-E68C-0CAB-6B25E83C497D}"/>
          </ac:picMkLst>
        </pc:picChg>
        <pc:picChg chg="add del mod">
          <ac:chgData name="Bess Whitfield" userId="37db7fc2c1acf104" providerId="LiveId" clId="{DC28302F-E672-4809-9DEA-7D3F07A0ED3E}" dt="2025-12-14T23:56:41.123" v="3325" actId="478"/>
          <ac:picMkLst>
            <pc:docMk/>
            <pc:sldMk cId="202201068" sldId="283"/>
            <ac:picMk id="20" creationId="{DFAFE81D-3E71-2C18-E3E4-55A3AC25CB03}"/>
          </ac:picMkLst>
        </pc:picChg>
        <pc:picChg chg="add del mod">
          <ac:chgData name="Bess Whitfield" userId="37db7fc2c1acf104" providerId="LiveId" clId="{DC28302F-E672-4809-9DEA-7D3F07A0ED3E}" dt="2025-12-14T23:57:41.746" v="3336" actId="478"/>
          <ac:picMkLst>
            <pc:docMk/>
            <pc:sldMk cId="202201068" sldId="283"/>
            <ac:picMk id="22" creationId="{CF2165E1-7E35-3222-65F2-C0AEBAA2E4D2}"/>
          </ac:picMkLst>
        </pc:picChg>
        <pc:picChg chg="add mod">
          <ac:chgData name="Bess Whitfield" userId="37db7fc2c1acf104" providerId="LiveId" clId="{DC28302F-E672-4809-9DEA-7D3F07A0ED3E}" dt="2025-12-14T23:59:04.120" v="3348" actId="1076"/>
          <ac:picMkLst>
            <pc:docMk/>
            <pc:sldMk cId="202201068" sldId="283"/>
            <ac:picMk id="24" creationId="{AA7DCDEA-9BD4-AF87-6DF0-032B7C920BC3}"/>
          </ac:picMkLst>
        </pc:picChg>
        <pc:picChg chg="add mod">
          <ac:chgData name="Bess Whitfield" userId="37db7fc2c1acf104" providerId="LiveId" clId="{DC28302F-E672-4809-9DEA-7D3F07A0ED3E}" dt="2025-12-14T23:58:56.542" v="3345" actId="1076"/>
          <ac:picMkLst>
            <pc:docMk/>
            <pc:sldMk cId="202201068" sldId="283"/>
            <ac:picMk id="26" creationId="{3BCFA6BC-9843-F460-694D-7EA57631061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591099-7EBE-4D12-B880-CCA6B38B92A6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36C10-A9D4-4995-9BAF-95FBD77A72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F4299-1721-48C6-878D-74296BE00D21}" type="datetimeFigureOut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EF9EC-8318-4FF6-847E-A85BBD2B7E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386585"/>
            <a:ext cx="8229600" cy="13716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6E011-4F7D-42D0-82E1-078A40B76F01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29600" cy="13716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471FE-0FCC-47A4-B218-06AF00AFA70F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2C22A-A385-4013-8BC3-1C712ED98224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8448" y="2373284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373284"/>
            <a:ext cx="4572000" cy="384048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3CD7-DDC2-4E28-B80E-11B3368F8846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82D6B-0F0F-41E5-8A0F-FC2D7E2110E0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1A38-D70F-41CF-857C-945C6FF6B07D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B96DC-D1E7-4668-A471-A46ECA2AE34F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0B874-E53C-42B9-98BA-0781B387246C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02F4-45D7-406A-9C33-75238E131A1E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CC444FFE-4BDB-4301-83D8-FE8B25E7CF5A}" type="datetime1">
              <a:rPr lang="en-US" smtClean="0"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github.com/ksu-is/WhereToRecycle-BW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4647" y="115201"/>
            <a:ext cx="8992627" cy="1371601"/>
          </a:xfrm>
        </p:spPr>
        <p:txBody>
          <a:bodyPr>
            <a:normAutofit fontScale="90000"/>
          </a:bodyPr>
          <a:lstStyle/>
          <a:p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WhereToRecycle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created by Bess Whitfield</a:t>
            </a:r>
            <a:br>
              <a:rPr lang="en-US" sz="3200" dirty="0"/>
            </a:br>
            <a:r>
              <a:rPr lang="en-US" sz="3200" dirty="0">
                <a:solidFill>
                  <a:srgbClr val="08EAA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https://github.com/ksu-is/WhereToRecycle-BW</a:t>
            </a:r>
            <a:endParaRPr lang="en-US" sz="3200" dirty="0"/>
          </a:p>
        </p:txBody>
      </p:sp>
      <p:pic>
        <p:nvPicPr>
          <p:cNvPr id="5" name="Picture 4" descr="A green and blue recycle symbol&#10;&#10;AI-generated content may be incorrect.">
            <a:extLst>
              <a:ext uri="{FF2B5EF4-FFF2-40B4-BE49-F238E27FC236}">
                <a16:creationId xmlns:a16="http://schemas.microsoft.com/office/drawing/2014/main" id="{2E2467DE-D8A0-9FF4-4281-817AC4347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6" y="378371"/>
            <a:ext cx="1077686" cy="10507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490724-7DFB-5840-9FB7-8F8499B14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48" y="3099750"/>
            <a:ext cx="3883923" cy="34454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A1BA0B-97CB-7234-CB11-6126E07B8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509" y="3099750"/>
            <a:ext cx="2706744" cy="873491"/>
          </a:xfrm>
          <a:prstGeom prst="rect">
            <a:avLst/>
          </a:prstGeom>
        </p:spPr>
      </p:pic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67479AEB-BA8D-0814-6EAC-CF9F861849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509" y="1880003"/>
            <a:ext cx="3499407" cy="1066892"/>
          </a:xfrm>
          <a:prstGeom prst="rect">
            <a:avLst/>
          </a:prstGeom>
        </p:spPr>
      </p:pic>
      <p:pic>
        <p:nvPicPr>
          <p:cNvPr id="11" name="Picture 10" descr="A close up of a word&#10;&#10;AI-generated content may be incorrect.">
            <a:extLst>
              <a:ext uri="{FF2B5EF4-FFF2-40B4-BE49-F238E27FC236}">
                <a16:creationId xmlns:a16="http://schemas.microsoft.com/office/drawing/2014/main" id="{9371E88D-529E-8771-9E0A-0A2506E0D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5306" y="1886876"/>
            <a:ext cx="1786283" cy="1066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49D475-ACFE-9578-96FC-34DF3552CE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5398" y="1986692"/>
            <a:ext cx="877900" cy="8535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8FED9A-0486-311A-4A30-0E191D591E5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2705" y="1986692"/>
            <a:ext cx="871804" cy="85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11EE9-C87F-B5BC-55DD-62052D3A9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73B93F-6959-0FF9-D97A-DF83AFC5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055" y="232610"/>
            <a:ext cx="9481662" cy="93195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Development/Project Timeline-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E2E30-A7F1-CD86-7591-D495E9D93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360" y="466327"/>
            <a:ext cx="877900" cy="853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2FF9F-8060-4D9C-4D0F-76032A06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2" y="2067834"/>
            <a:ext cx="4305578" cy="2064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0E6F44-16CE-DD50-E3D1-BF3E0602E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03" y="1850168"/>
            <a:ext cx="5566130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2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7F8D8-42EA-2ACE-BA71-95F0FC2C3D9E}"/>
              </a:ext>
            </a:extLst>
          </p:cNvPr>
          <p:cNvSpPr txBox="1"/>
          <p:nvPr/>
        </p:nvSpPr>
        <p:spPr>
          <a:xfrm>
            <a:off x="1869410" y="229221"/>
            <a:ext cx="2717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Run it-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5490B-1529-DE3F-02B2-A1E62AA35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78" y="229221"/>
            <a:ext cx="877900" cy="853514"/>
          </a:xfrm>
          <a:prstGeom prst="rect">
            <a:avLst/>
          </a:prstGeom>
        </p:spPr>
      </p:pic>
      <p:pic>
        <p:nvPicPr>
          <p:cNvPr id="5" name="Picture 4" descr="A screen shot of a recycle&#10;&#10;AI-generated content may be incorrect.">
            <a:extLst>
              <a:ext uri="{FF2B5EF4-FFF2-40B4-BE49-F238E27FC236}">
                <a16:creationId xmlns:a16="http://schemas.microsoft.com/office/drawing/2014/main" id="{6D21B061-70A0-F8D9-9E69-36ED72FA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91" y="1286263"/>
            <a:ext cx="4067784" cy="2142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9238DC-1AD8-9365-2763-1E745E331958}"/>
              </a:ext>
            </a:extLst>
          </p:cNvPr>
          <p:cNvSpPr txBox="1"/>
          <p:nvPr/>
        </p:nvSpPr>
        <p:spPr>
          <a:xfrm>
            <a:off x="6974897" y="263978"/>
            <a:ext cx="4416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Click the links-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5DD088-6183-7C2E-D57B-02C21FF2A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119" y="258998"/>
            <a:ext cx="877900" cy="85351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1CA6F0-13D9-47A4-ED89-8699AA56F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110" y="1437462"/>
            <a:ext cx="3590808" cy="188989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515A14-50BE-0FDF-3D53-961C7C38C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401" y="1437462"/>
            <a:ext cx="3590808" cy="1925700"/>
          </a:xfrm>
          <a:prstGeom prst="rect">
            <a:avLst/>
          </a:prstGeom>
        </p:spPr>
      </p:pic>
      <p:pic>
        <p:nvPicPr>
          <p:cNvPr id="15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CF65CFC-4386-82E4-9204-3BC5CBB53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421" y="3429000"/>
            <a:ext cx="4029805" cy="1066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4EB734-45B2-23AA-3789-C4B98E81D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78" y="3632528"/>
            <a:ext cx="877900" cy="853514"/>
          </a:xfrm>
          <a:prstGeom prst="rect">
            <a:avLst/>
          </a:prstGeom>
        </p:spPr>
      </p:pic>
      <p:pic>
        <p:nvPicPr>
          <p:cNvPr id="19" name="Picture 1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5D23479-98DA-E68C-0CAB-6B25E83C49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2" y="4655383"/>
            <a:ext cx="3785362" cy="1973396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7DCDEA-9BD4-AF87-6DF0-032B7C920B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9253" y="3652310"/>
            <a:ext cx="3808756" cy="2990500"/>
          </a:xfrm>
          <a:prstGeom prst="rect">
            <a:avLst/>
          </a:prstGeom>
        </p:spPr>
      </p:pic>
      <p:pic>
        <p:nvPicPr>
          <p:cNvPr id="26" name="Picture 2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BCFA6BC-9843-F460-694D-7EA576310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0959" y="3828760"/>
            <a:ext cx="2647240" cy="280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1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0CF096-DBEA-E5ED-97D7-F1AE5CECE970}"/>
              </a:ext>
            </a:extLst>
          </p:cNvPr>
          <p:cNvSpPr txBox="1"/>
          <p:nvPr/>
        </p:nvSpPr>
        <p:spPr>
          <a:xfrm>
            <a:off x="2528362" y="492939"/>
            <a:ext cx="87118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next? </a:t>
            </a:r>
          </a:p>
          <a:p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If I wanted to make </a:t>
            </a:r>
            <a:r>
              <a:rPr lang="en-US" sz="28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WhereToRecycle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into a real app..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226B5-D8EE-ED6F-23B2-5C5E16A8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351" y="635568"/>
            <a:ext cx="877900" cy="85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020115-21EE-16E5-3CDB-482E36224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351" y="1703079"/>
            <a:ext cx="9608129" cy="43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9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ushed Metal 16x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een brushed metal presentation (widescreen).potx" id="{C4E52658-42BB-4751-AD45-DBF99E6546BE}" vid="{DAEF9E1A-844D-45D9-BB7C-945DFF722FA1}"/>
    </a:ext>
  </a:extLst>
</a:theme>
</file>

<file path=ppt/theme/theme2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Green brushed metal presentation (widescreen)</Template>
  <TotalTime>7580</TotalTime>
  <Words>39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Georgia</vt:lpstr>
      <vt:lpstr>Brushed Metal 16x9</vt:lpstr>
      <vt:lpstr>WhereToRecycle    created by Bess Whitfield https://github.com/ksu-is/WhereToRecycle-BW</vt:lpstr>
      <vt:lpstr>Project Development/Project Timeline-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Bess Whitfield</dc:creator>
  <cp:lastModifiedBy>Bess Whitfield</cp:lastModifiedBy>
  <cp:revision>1</cp:revision>
  <dcterms:created xsi:type="dcterms:W3CDTF">2025-12-09T17:02:31Z</dcterms:created>
  <dcterms:modified xsi:type="dcterms:W3CDTF">2025-12-14T23:59:14Z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