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DD498E1D-B8DE-454C-9752-A6A4AA8EA13A}">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377D01-1753-4F6B-A339-3BCA59E4119B}" v="14" dt="2025-12-01T06:27:53.6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60"/>
  </p:normalViewPr>
  <p:slideViewPr>
    <p:cSldViewPr snapToGrid="0">
      <p:cViewPr varScale="1">
        <p:scale>
          <a:sx n="59" d="100"/>
          <a:sy n="59" d="100"/>
        </p:scale>
        <p:origin x="84" y="2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ss Whitfield" userId="37db7fc2c1acf104" providerId="LiveId" clId="{DC28302F-E672-4809-9DEA-7D3F07A0ED3E}"/>
    <pc:docChg chg="undo custSel modSld">
      <pc:chgData name="Bess Whitfield" userId="37db7fc2c1acf104" providerId="LiveId" clId="{DC28302F-E672-4809-9DEA-7D3F07A0ED3E}" dt="2025-12-01T06:27:53.632" v="725" actId="14826"/>
      <pc:docMkLst>
        <pc:docMk/>
      </pc:docMkLst>
      <pc:sldChg chg="addSp modSp mod">
        <pc:chgData name="Bess Whitfield" userId="37db7fc2c1acf104" providerId="LiveId" clId="{DC28302F-E672-4809-9DEA-7D3F07A0ED3E}" dt="2025-12-01T06:27:53.632" v="725" actId="14826"/>
        <pc:sldMkLst>
          <pc:docMk/>
          <pc:sldMk cId="4239885529" sldId="256"/>
        </pc:sldMkLst>
        <pc:spChg chg="mod">
          <ac:chgData name="Bess Whitfield" userId="37db7fc2c1acf104" providerId="LiveId" clId="{DC28302F-E672-4809-9DEA-7D3F07A0ED3E}" dt="2025-12-01T04:58:41.837" v="525" actId="255"/>
          <ac:spMkLst>
            <pc:docMk/>
            <pc:sldMk cId="4239885529" sldId="256"/>
            <ac:spMk id="4" creationId="{3812E252-5537-4F9F-D901-BA39B7455260}"/>
          </ac:spMkLst>
        </pc:spChg>
        <pc:spChg chg="mod">
          <ac:chgData name="Bess Whitfield" userId="37db7fc2c1acf104" providerId="LiveId" clId="{DC28302F-E672-4809-9DEA-7D3F07A0ED3E}" dt="2025-12-01T05:08:16.652" v="711" actId="14100"/>
          <ac:spMkLst>
            <pc:docMk/>
            <pc:sldMk cId="4239885529" sldId="256"/>
            <ac:spMk id="5" creationId="{900B2168-2DB9-69C1-8C82-CD8C091FC1B8}"/>
          </ac:spMkLst>
        </pc:spChg>
        <pc:picChg chg="add mod">
          <ac:chgData name="Bess Whitfield" userId="37db7fc2c1acf104" providerId="LiveId" clId="{DC28302F-E672-4809-9DEA-7D3F07A0ED3E}" dt="2025-12-01T06:27:53.632" v="725" actId="14826"/>
          <ac:picMkLst>
            <pc:docMk/>
            <pc:sldMk cId="4239885529" sldId="256"/>
            <ac:picMk id="7" creationId="{D596DE5A-84F3-91CA-D4B2-3C93B17C0240}"/>
          </ac:picMkLst>
        </pc:picChg>
        <pc:picChg chg="add mod">
          <ac:chgData name="Bess Whitfield" userId="37db7fc2c1acf104" providerId="LiveId" clId="{DC28302F-E672-4809-9DEA-7D3F07A0ED3E}" dt="2025-12-01T05:14:42.962" v="723" actId="14100"/>
          <ac:picMkLst>
            <pc:docMk/>
            <pc:sldMk cId="4239885529" sldId="256"/>
            <ac:picMk id="9" creationId="{B2314913-0E0C-D9D7-DEE5-C81EADA0837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4CB6B-4DB9-1D9D-9125-74C08497CC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A1C317-626D-5627-AFCF-0254DEC9E1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C0E7338-8411-BED0-D665-ACED1E90348A}"/>
              </a:ext>
            </a:extLst>
          </p:cNvPr>
          <p:cNvSpPr>
            <a:spLocks noGrp="1"/>
          </p:cNvSpPr>
          <p:nvPr>
            <p:ph type="dt" sz="half" idx="10"/>
          </p:nvPr>
        </p:nvSpPr>
        <p:spPr/>
        <p:txBody>
          <a:bodyPr/>
          <a:lstStyle/>
          <a:p>
            <a:fld id="{6D64EF11-217F-41D6-BEF8-A4712A446607}" type="datetimeFigureOut">
              <a:rPr lang="en-US" smtClean="0"/>
              <a:t>12/1/2025</a:t>
            </a:fld>
            <a:endParaRPr lang="en-US"/>
          </a:p>
        </p:txBody>
      </p:sp>
      <p:sp>
        <p:nvSpPr>
          <p:cNvPr id="5" name="Footer Placeholder 4">
            <a:extLst>
              <a:ext uri="{FF2B5EF4-FFF2-40B4-BE49-F238E27FC236}">
                <a16:creationId xmlns:a16="http://schemas.microsoft.com/office/drawing/2014/main" id="{4787CE99-5EF6-3FBB-8E7A-6BEF1FB92B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2B8EBF-A7A9-8A7D-4C24-92939C6BC123}"/>
              </a:ext>
            </a:extLst>
          </p:cNvPr>
          <p:cNvSpPr>
            <a:spLocks noGrp="1"/>
          </p:cNvSpPr>
          <p:nvPr>
            <p:ph type="sldNum" sz="quarter" idx="12"/>
          </p:nvPr>
        </p:nvSpPr>
        <p:spPr/>
        <p:txBody>
          <a:bodyPr/>
          <a:lstStyle/>
          <a:p>
            <a:fld id="{85F13C28-C1B4-403B-9AD4-B37C4D325A74}" type="slidenum">
              <a:rPr lang="en-US" smtClean="0"/>
              <a:t>‹#›</a:t>
            </a:fld>
            <a:endParaRPr lang="en-US"/>
          </a:p>
        </p:txBody>
      </p:sp>
    </p:spTree>
    <p:extLst>
      <p:ext uri="{BB962C8B-B14F-4D97-AF65-F5344CB8AC3E}">
        <p14:creationId xmlns:p14="http://schemas.microsoft.com/office/powerpoint/2010/main" val="2874576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74B4A-9CBD-6A2F-B94F-A737B0487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18BBDD-CA8F-0691-9E8A-75C2F66A44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C22BC2-45EA-F4BC-EA26-D81219C3C719}"/>
              </a:ext>
            </a:extLst>
          </p:cNvPr>
          <p:cNvSpPr>
            <a:spLocks noGrp="1"/>
          </p:cNvSpPr>
          <p:nvPr>
            <p:ph type="dt" sz="half" idx="10"/>
          </p:nvPr>
        </p:nvSpPr>
        <p:spPr/>
        <p:txBody>
          <a:bodyPr/>
          <a:lstStyle/>
          <a:p>
            <a:fld id="{6D64EF11-217F-41D6-BEF8-A4712A446607}" type="datetimeFigureOut">
              <a:rPr lang="en-US" smtClean="0"/>
              <a:t>12/1/2025</a:t>
            </a:fld>
            <a:endParaRPr lang="en-US"/>
          </a:p>
        </p:txBody>
      </p:sp>
      <p:sp>
        <p:nvSpPr>
          <p:cNvPr id="5" name="Footer Placeholder 4">
            <a:extLst>
              <a:ext uri="{FF2B5EF4-FFF2-40B4-BE49-F238E27FC236}">
                <a16:creationId xmlns:a16="http://schemas.microsoft.com/office/drawing/2014/main" id="{6CAA5540-02A7-08F7-C9DD-F47F5B9501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BA36CD-7BBB-C99B-A10D-50DFDDABF1B3}"/>
              </a:ext>
            </a:extLst>
          </p:cNvPr>
          <p:cNvSpPr>
            <a:spLocks noGrp="1"/>
          </p:cNvSpPr>
          <p:nvPr>
            <p:ph type="sldNum" sz="quarter" idx="12"/>
          </p:nvPr>
        </p:nvSpPr>
        <p:spPr/>
        <p:txBody>
          <a:bodyPr/>
          <a:lstStyle/>
          <a:p>
            <a:fld id="{85F13C28-C1B4-403B-9AD4-B37C4D325A74}" type="slidenum">
              <a:rPr lang="en-US" smtClean="0"/>
              <a:t>‹#›</a:t>
            </a:fld>
            <a:endParaRPr lang="en-US"/>
          </a:p>
        </p:txBody>
      </p:sp>
    </p:spTree>
    <p:extLst>
      <p:ext uri="{BB962C8B-B14F-4D97-AF65-F5344CB8AC3E}">
        <p14:creationId xmlns:p14="http://schemas.microsoft.com/office/powerpoint/2010/main" val="713974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B8A42-EF97-4A5E-2338-5FA071B8ED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A6C562-8A3F-FE16-5BDD-22C6CA9424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0ADA03-943C-B816-F9DB-9AC639394098}"/>
              </a:ext>
            </a:extLst>
          </p:cNvPr>
          <p:cNvSpPr>
            <a:spLocks noGrp="1"/>
          </p:cNvSpPr>
          <p:nvPr>
            <p:ph type="dt" sz="half" idx="10"/>
          </p:nvPr>
        </p:nvSpPr>
        <p:spPr/>
        <p:txBody>
          <a:bodyPr/>
          <a:lstStyle/>
          <a:p>
            <a:fld id="{6D64EF11-217F-41D6-BEF8-A4712A446607}" type="datetimeFigureOut">
              <a:rPr lang="en-US" smtClean="0"/>
              <a:t>12/1/2025</a:t>
            </a:fld>
            <a:endParaRPr lang="en-US"/>
          </a:p>
        </p:txBody>
      </p:sp>
      <p:sp>
        <p:nvSpPr>
          <p:cNvPr id="5" name="Footer Placeholder 4">
            <a:extLst>
              <a:ext uri="{FF2B5EF4-FFF2-40B4-BE49-F238E27FC236}">
                <a16:creationId xmlns:a16="http://schemas.microsoft.com/office/drawing/2014/main" id="{563760F7-B52E-ACA3-A590-8F47C4B32E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EBC218-170B-CFD5-9D0A-25DD24515320}"/>
              </a:ext>
            </a:extLst>
          </p:cNvPr>
          <p:cNvSpPr>
            <a:spLocks noGrp="1"/>
          </p:cNvSpPr>
          <p:nvPr>
            <p:ph type="sldNum" sz="quarter" idx="12"/>
          </p:nvPr>
        </p:nvSpPr>
        <p:spPr/>
        <p:txBody>
          <a:bodyPr/>
          <a:lstStyle/>
          <a:p>
            <a:fld id="{85F13C28-C1B4-403B-9AD4-B37C4D325A74}" type="slidenum">
              <a:rPr lang="en-US" smtClean="0"/>
              <a:t>‹#›</a:t>
            </a:fld>
            <a:endParaRPr lang="en-US"/>
          </a:p>
        </p:txBody>
      </p:sp>
    </p:spTree>
    <p:extLst>
      <p:ext uri="{BB962C8B-B14F-4D97-AF65-F5344CB8AC3E}">
        <p14:creationId xmlns:p14="http://schemas.microsoft.com/office/powerpoint/2010/main" val="4008522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36051-83DA-0D4E-5511-920C6A2E4D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F9719E-3C57-F0BE-735E-A3537C443C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C7FFC9-3EAF-3462-4B82-755BAAE743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3430B1-0B9D-E239-3BA9-74DB705E57AB}"/>
              </a:ext>
            </a:extLst>
          </p:cNvPr>
          <p:cNvSpPr>
            <a:spLocks noGrp="1"/>
          </p:cNvSpPr>
          <p:nvPr>
            <p:ph type="dt" sz="half" idx="10"/>
          </p:nvPr>
        </p:nvSpPr>
        <p:spPr/>
        <p:txBody>
          <a:bodyPr/>
          <a:lstStyle/>
          <a:p>
            <a:fld id="{6D64EF11-217F-41D6-BEF8-A4712A446607}" type="datetimeFigureOut">
              <a:rPr lang="en-US" smtClean="0"/>
              <a:t>12/1/2025</a:t>
            </a:fld>
            <a:endParaRPr lang="en-US"/>
          </a:p>
        </p:txBody>
      </p:sp>
      <p:sp>
        <p:nvSpPr>
          <p:cNvPr id="6" name="Footer Placeholder 5">
            <a:extLst>
              <a:ext uri="{FF2B5EF4-FFF2-40B4-BE49-F238E27FC236}">
                <a16:creationId xmlns:a16="http://schemas.microsoft.com/office/drawing/2014/main" id="{5A65A926-A222-941E-A244-AB1BFC2589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778814-363E-8DE6-4A6C-1045EF988BBC}"/>
              </a:ext>
            </a:extLst>
          </p:cNvPr>
          <p:cNvSpPr>
            <a:spLocks noGrp="1"/>
          </p:cNvSpPr>
          <p:nvPr>
            <p:ph type="sldNum" sz="quarter" idx="12"/>
          </p:nvPr>
        </p:nvSpPr>
        <p:spPr/>
        <p:txBody>
          <a:bodyPr/>
          <a:lstStyle/>
          <a:p>
            <a:fld id="{85F13C28-C1B4-403B-9AD4-B37C4D325A74}" type="slidenum">
              <a:rPr lang="en-US" smtClean="0"/>
              <a:t>‹#›</a:t>
            </a:fld>
            <a:endParaRPr lang="en-US"/>
          </a:p>
        </p:txBody>
      </p:sp>
    </p:spTree>
    <p:extLst>
      <p:ext uri="{BB962C8B-B14F-4D97-AF65-F5344CB8AC3E}">
        <p14:creationId xmlns:p14="http://schemas.microsoft.com/office/powerpoint/2010/main" val="3976341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8821B-A24B-CDFC-F176-4ACE0181E4C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15CF05-CE0A-C80B-2FC0-EB227095A5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30518C-4704-59E9-5F2A-BDA4AF0BA7D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94D2481-78C3-84DA-FF3B-4EBCA6101D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BEC12C-C8AA-5350-3991-489B94F298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95B8983-472A-2B3B-649B-3706BAFBA76A}"/>
              </a:ext>
            </a:extLst>
          </p:cNvPr>
          <p:cNvSpPr>
            <a:spLocks noGrp="1"/>
          </p:cNvSpPr>
          <p:nvPr>
            <p:ph type="dt" sz="half" idx="10"/>
          </p:nvPr>
        </p:nvSpPr>
        <p:spPr/>
        <p:txBody>
          <a:bodyPr/>
          <a:lstStyle/>
          <a:p>
            <a:fld id="{6D64EF11-217F-41D6-BEF8-A4712A446607}" type="datetimeFigureOut">
              <a:rPr lang="en-US" smtClean="0"/>
              <a:t>12/1/2025</a:t>
            </a:fld>
            <a:endParaRPr lang="en-US"/>
          </a:p>
        </p:txBody>
      </p:sp>
      <p:sp>
        <p:nvSpPr>
          <p:cNvPr id="8" name="Footer Placeholder 7">
            <a:extLst>
              <a:ext uri="{FF2B5EF4-FFF2-40B4-BE49-F238E27FC236}">
                <a16:creationId xmlns:a16="http://schemas.microsoft.com/office/drawing/2014/main" id="{FD407CE4-5EF4-AEF1-A4CD-42CDBDB504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C6A8FF-9652-2CD9-1579-37FF96E76998}"/>
              </a:ext>
            </a:extLst>
          </p:cNvPr>
          <p:cNvSpPr>
            <a:spLocks noGrp="1"/>
          </p:cNvSpPr>
          <p:nvPr>
            <p:ph type="sldNum" sz="quarter" idx="12"/>
          </p:nvPr>
        </p:nvSpPr>
        <p:spPr/>
        <p:txBody>
          <a:bodyPr/>
          <a:lstStyle/>
          <a:p>
            <a:fld id="{85F13C28-C1B4-403B-9AD4-B37C4D325A74}" type="slidenum">
              <a:rPr lang="en-US" smtClean="0"/>
              <a:t>‹#›</a:t>
            </a:fld>
            <a:endParaRPr lang="en-US"/>
          </a:p>
        </p:txBody>
      </p:sp>
    </p:spTree>
    <p:extLst>
      <p:ext uri="{BB962C8B-B14F-4D97-AF65-F5344CB8AC3E}">
        <p14:creationId xmlns:p14="http://schemas.microsoft.com/office/powerpoint/2010/main" val="2571863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A6C63-5E2B-5120-3D25-B2734D9E97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1B45D2-AB7B-4DE2-5F65-F3CC44FF6C85}"/>
              </a:ext>
            </a:extLst>
          </p:cNvPr>
          <p:cNvSpPr>
            <a:spLocks noGrp="1"/>
          </p:cNvSpPr>
          <p:nvPr>
            <p:ph type="dt" sz="half" idx="10"/>
          </p:nvPr>
        </p:nvSpPr>
        <p:spPr/>
        <p:txBody>
          <a:bodyPr/>
          <a:lstStyle/>
          <a:p>
            <a:fld id="{6D64EF11-217F-41D6-BEF8-A4712A446607}" type="datetimeFigureOut">
              <a:rPr lang="en-US" smtClean="0"/>
              <a:t>12/1/2025</a:t>
            </a:fld>
            <a:endParaRPr lang="en-US"/>
          </a:p>
        </p:txBody>
      </p:sp>
      <p:sp>
        <p:nvSpPr>
          <p:cNvPr id="4" name="Footer Placeholder 3">
            <a:extLst>
              <a:ext uri="{FF2B5EF4-FFF2-40B4-BE49-F238E27FC236}">
                <a16:creationId xmlns:a16="http://schemas.microsoft.com/office/drawing/2014/main" id="{41D9905F-A56C-821C-224C-A623067E06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CE9C9E-BD51-D592-88C5-4C9055535E80}"/>
              </a:ext>
            </a:extLst>
          </p:cNvPr>
          <p:cNvSpPr>
            <a:spLocks noGrp="1"/>
          </p:cNvSpPr>
          <p:nvPr>
            <p:ph type="sldNum" sz="quarter" idx="12"/>
          </p:nvPr>
        </p:nvSpPr>
        <p:spPr/>
        <p:txBody>
          <a:bodyPr/>
          <a:lstStyle/>
          <a:p>
            <a:fld id="{85F13C28-C1B4-403B-9AD4-B37C4D325A74}" type="slidenum">
              <a:rPr lang="en-US" smtClean="0"/>
              <a:t>‹#›</a:t>
            </a:fld>
            <a:endParaRPr lang="en-US"/>
          </a:p>
        </p:txBody>
      </p:sp>
    </p:spTree>
    <p:extLst>
      <p:ext uri="{BB962C8B-B14F-4D97-AF65-F5344CB8AC3E}">
        <p14:creationId xmlns:p14="http://schemas.microsoft.com/office/powerpoint/2010/main" val="2062847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C23BF1-6A8D-44F1-0A37-6B573B04EC4A}"/>
              </a:ext>
            </a:extLst>
          </p:cNvPr>
          <p:cNvSpPr>
            <a:spLocks noGrp="1"/>
          </p:cNvSpPr>
          <p:nvPr>
            <p:ph type="dt" sz="half" idx="10"/>
          </p:nvPr>
        </p:nvSpPr>
        <p:spPr/>
        <p:txBody>
          <a:bodyPr/>
          <a:lstStyle/>
          <a:p>
            <a:fld id="{6D64EF11-217F-41D6-BEF8-A4712A446607}" type="datetimeFigureOut">
              <a:rPr lang="en-US" smtClean="0"/>
              <a:t>12/1/2025</a:t>
            </a:fld>
            <a:endParaRPr lang="en-US"/>
          </a:p>
        </p:txBody>
      </p:sp>
      <p:sp>
        <p:nvSpPr>
          <p:cNvPr id="3" name="Footer Placeholder 2">
            <a:extLst>
              <a:ext uri="{FF2B5EF4-FFF2-40B4-BE49-F238E27FC236}">
                <a16:creationId xmlns:a16="http://schemas.microsoft.com/office/drawing/2014/main" id="{D707F526-D181-51CB-F784-47480E93B4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DF4EE0D-05D2-944C-209F-644D1BC91DD1}"/>
              </a:ext>
            </a:extLst>
          </p:cNvPr>
          <p:cNvSpPr>
            <a:spLocks noGrp="1"/>
          </p:cNvSpPr>
          <p:nvPr>
            <p:ph type="sldNum" sz="quarter" idx="12"/>
          </p:nvPr>
        </p:nvSpPr>
        <p:spPr/>
        <p:txBody>
          <a:bodyPr/>
          <a:lstStyle/>
          <a:p>
            <a:fld id="{85F13C28-C1B4-403B-9AD4-B37C4D325A74}" type="slidenum">
              <a:rPr lang="en-US" smtClean="0"/>
              <a:t>‹#›</a:t>
            </a:fld>
            <a:endParaRPr lang="en-US"/>
          </a:p>
        </p:txBody>
      </p:sp>
    </p:spTree>
    <p:extLst>
      <p:ext uri="{BB962C8B-B14F-4D97-AF65-F5344CB8AC3E}">
        <p14:creationId xmlns:p14="http://schemas.microsoft.com/office/powerpoint/2010/main" val="3349884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575EA-2CA1-D792-6652-D3D26E3DC8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E406DB-D836-D9DD-4986-7CF4CCC9B2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D5C2578-C239-2BA6-C181-362034A1B9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652F0C-E355-8C61-13C4-1B2AF129C001}"/>
              </a:ext>
            </a:extLst>
          </p:cNvPr>
          <p:cNvSpPr>
            <a:spLocks noGrp="1"/>
          </p:cNvSpPr>
          <p:nvPr>
            <p:ph type="dt" sz="half" idx="10"/>
          </p:nvPr>
        </p:nvSpPr>
        <p:spPr/>
        <p:txBody>
          <a:bodyPr/>
          <a:lstStyle/>
          <a:p>
            <a:fld id="{6D64EF11-217F-41D6-BEF8-A4712A446607}" type="datetimeFigureOut">
              <a:rPr lang="en-US" smtClean="0"/>
              <a:t>12/1/2025</a:t>
            </a:fld>
            <a:endParaRPr lang="en-US"/>
          </a:p>
        </p:txBody>
      </p:sp>
      <p:sp>
        <p:nvSpPr>
          <p:cNvPr id="6" name="Footer Placeholder 5">
            <a:extLst>
              <a:ext uri="{FF2B5EF4-FFF2-40B4-BE49-F238E27FC236}">
                <a16:creationId xmlns:a16="http://schemas.microsoft.com/office/drawing/2014/main" id="{2B524D55-51CF-7B4C-81F0-F7C819D29F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56D7D8-124B-33A8-4467-46320B002601}"/>
              </a:ext>
            </a:extLst>
          </p:cNvPr>
          <p:cNvSpPr>
            <a:spLocks noGrp="1"/>
          </p:cNvSpPr>
          <p:nvPr>
            <p:ph type="sldNum" sz="quarter" idx="12"/>
          </p:nvPr>
        </p:nvSpPr>
        <p:spPr/>
        <p:txBody>
          <a:bodyPr/>
          <a:lstStyle/>
          <a:p>
            <a:fld id="{85F13C28-C1B4-403B-9AD4-B37C4D325A74}" type="slidenum">
              <a:rPr lang="en-US" smtClean="0"/>
              <a:t>‹#›</a:t>
            </a:fld>
            <a:endParaRPr lang="en-US"/>
          </a:p>
        </p:txBody>
      </p:sp>
    </p:spTree>
    <p:extLst>
      <p:ext uri="{BB962C8B-B14F-4D97-AF65-F5344CB8AC3E}">
        <p14:creationId xmlns:p14="http://schemas.microsoft.com/office/powerpoint/2010/main" val="2978752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0A9CF-FBF4-054D-6088-E9404E4EA6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30028B-9353-4AE0-5A4E-D4B759462E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8334D-18CD-5C2A-7A88-B38AF07B93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7CC5CB-E615-0545-37E3-EB61BB41CC4A}"/>
              </a:ext>
            </a:extLst>
          </p:cNvPr>
          <p:cNvSpPr>
            <a:spLocks noGrp="1"/>
          </p:cNvSpPr>
          <p:nvPr>
            <p:ph type="dt" sz="half" idx="10"/>
          </p:nvPr>
        </p:nvSpPr>
        <p:spPr/>
        <p:txBody>
          <a:bodyPr/>
          <a:lstStyle/>
          <a:p>
            <a:fld id="{6D64EF11-217F-41D6-BEF8-A4712A446607}" type="datetimeFigureOut">
              <a:rPr lang="en-US" smtClean="0"/>
              <a:t>12/1/2025</a:t>
            </a:fld>
            <a:endParaRPr lang="en-US"/>
          </a:p>
        </p:txBody>
      </p:sp>
      <p:sp>
        <p:nvSpPr>
          <p:cNvPr id="6" name="Footer Placeholder 5">
            <a:extLst>
              <a:ext uri="{FF2B5EF4-FFF2-40B4-BE49-F238E27FC236}">
                <a16:creationId xmlns:a16="http://schemas.microsoft.com/office/drawing/2014/main" id="{8ECBC49C-7335-9EC7-C339-D634EE914B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ED9237-0F4E-6AFB-2C64-1886B253183F}"/>
              </a:ext>
            </a:extLst>
          </p:cNvPr>
          <p:cNvSpPr>
            <a:spLocks noGrp="1"/>
          </p:cNvSpPr>
          <p:nvPr>
            <p:ph type="sldNum" sz="quarter" idx="12"/>
          </p:nvPr>
        </p:nvSpPr>
        <p:spPr/>
        <p:txBody>
          <a:bodyPr/>
          <a:lstStyle/>
          <a:p>
            <a:fld id="{85F13C28-C1B4-403B-9AD4-B37C4D325A74}" type="slidenum">
              <a:rPr lang="en-US" smtClean="0"/>
              <a:t>‹#›</a:t>
            </a:fld>
            <a:endParaRPr lang="en-US"/>
          </a:p>
        </p:txBody>
      </p:sp>
    </p:spTree>
    <p:extLst>
      <p:ext uri="{BB962C8B-B14F-4D97-AF65-F5344CB8AC3E}">
        <p14:creationId xmlns:p14="http://schemas.microsoft.com/office/powerpoint/2010/main" val="745373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CC1BB-27A2-21A9-5AE3-AD74FCE8D20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84791B5-C385-BB3D-2143-22B6C6B985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9D5363-233F-EB1C-C465-29FDA6A460A5}"/>
              </a:ext>
            </a:extLst>
          </p:cNvPr>
          <p:cNvSpPr>
            <a:spLocks noGrp="1"/>
          </p:cNvSpPr>
          <p:nvPr>
            <p:ph type="dt" sz="half" idx="10"/>
          </p:nvPr>
        </p:nvSpPr>
        <p:spPr/>
        <p:txBody>
          <a:bodyPr/>
          <a:lstStyle/>
          <a:p>
            <a:fld id="{6D64EF11-217F-41D6-BEF8-A4712A446607}" type="datetimeFigureOut">
              <a:rPr lang="en-US" smtClean="0"/>
              <a:t>12/1/2025</a:t>
            </a:fld>
            <a:endParaRPr lang="en-US"/>
          </a:p>
        </p:txBody>
      </p:sp>
      <p:sp>
        <p:nvSpPr>
          <p:cNvPr id="5" name="Footer Placeholder 4">
            <a:extLst>
              <a:ext uri="{FF2B5EF4-FFF2-40B4-BE49-F238E27FC236}">
                <a16:creationId xmlns:a16="http://schemas.microsoft.com/office/drawing/2014/main" id="{94EE00F6-5232-CD14-880A-812BC71AE8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52D87A-B4B2-D1DE-DFC8-FFA046F5211D}"/>
              </a:ext>
            </a:extLst>
          </p:cNvPr>
          <p:cNvSpPr>
            <a:spLocks noGrp="1"/>
          </p:cNvSpPr>
          <p:nvPr>
            <p:ph type="sldNum" sz="quarter" idx="12"/>
          </p:nvPr>
        </p:nvSpPr>
        <p:spPr/>
        <p:txBody>
          <a:bodyPr/>
          <a:lstStyle/>
          <a:p>
            <a:fld id="{85F13C28-C1B4-403B-9AD4-B37C4D325A74}" type="slidenum">
              <a:rPr lang="en-US" smtClean="0"/>
              <a:t>‹#›</a:t>
            </a:fld>
            <a:endParaRPr lang="en-US"/>
          </a:p>
        </p:txBody>
      </p:sp>
    </p:spTree>
    <p:extLst>
      <p:ext uri="{BB962C8B-B14F-4D97-AF65-F5344CB8AC3E}">
        <p14:creationId xmlns:p14="http://schemas.microsoft.com/office/powerpoint/2010/main" val="2472656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1F0401-EFF2-BD70-BB9A-CE7761E798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D79B011-DDF3-5339-E003-B5C2A4FCA6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C75A03-07E0-FA9B-FE30-A351F238EFAC}"/>
              </a:ext>
            </a:extLst>
          </p:cNvPr>
          <p:cNvSpPr>
            <a:spLocks noGrp="1"/>
          </p:cNvSpPr>
          <p:nvPr>
            <p:ph type="dt" sz="half" idx="10"/>
          </p:nvPr>
        </p:nvSpPr>
        <p:spPr/>
        <p:txBody>
          <a:bodyPr/>
          <a:lstStyle/>
          <a:p>
            <a:fld id="{6D64EF11-217F-41D6-BEF8-A4712A446607}" type="datetimeFigureOut">
              <a:rPr lang="en-US" smtClean="0"/>
              <a:t>12/1/2025</a:t>
            </a:fld>
            <a:endParaRPr lang="en-US"/>
          </a:p>
        </p:txBody>
      </p:sp>
      <p:sp>
        <p:nvSpPr>
          <p:cNvPr id="5" name="Footer Placeholder 4">
            <a:extLst>
              <a:ext uri="{FF2B5EF4-FFF2-40B4-BE49-F238E27FC236}">
                <a16:creationId xmlns:a16="http://schemas.microsoft.com/office/drawing/2014/main" id="{1DB2D2CF-F809-8680-62CE-9C392CA87A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B6548E-7BF0-CA0E-0CC6-7A95FCB656F5}"/>
              </a:ext>
            </a:extLst>
          </p:cNvPr>
          <p:cNvSpPr>
            <a:spLocks noGrp="1"/>
          </p:cNvSpPr>
          <p:nvPr>
            <p:ph type="sldNum" sz="quarter" idx="12"/>
          </p:nvPr>
        </p:nvSpPr>
        <p:spPr/>
        <p:txBody>
          <a:bodyPr/>
          <a:lstStyle/>
          <a:p>
            <a:fld id="{85F13C28-C1B4-403B-9AD4-B37C4D325A74}" type="slidenum">
              <a:rPr lang="en-US" smtClean="0"/>
              <a:t>‹#›</a:t>
            </a:fld>
            <a:endParaRPr lang="en-US"/>
          </a:p>
        </p:txBody>
      </p:sp>
    </p:spTree>
    <p:extLst>
      <p:ext uri="{BB962C8B-B14F-4D97-AF65-F5344CB8AC3E}">
        <p14:creationId xmlns:p14="http://schemas.microsoft.com/office/powerpoint/2010/main" val="3150539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0559CC-48D0-6F6D-81FC-14E0E74DB3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3A4D54A-1E93-D5F5-7F51-D75F8AB409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63EEC3-E194-B67D-BB7B-8783CB045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64EF11-217F-41D6-BEF8-A4712A446607}" type="datetimeFigureOut">
              <a:rPr lang="en-US" smtClean="0"/>
              <a:t>12/1/2025</a:t>
            </a:fld>
            <a:endParaRPr lang="en-US"/>
          </a:p>
        </p:txBody>
      </p:sp>
      <p:sp>
        <p:nvSpPr>
          <p:cNvPr id="5" name="Footer Placeholder 4">
            <a:extLst>
              <a:ext uri="{FF2B5EF4-FFF2-40B4-BE49-F238E27FC236}">
                <a16:creationId xmlns:a16="http://schemas.microsoft.com/office/drawing/2014/main" id="{A0655D70-8373-6561-9A44-376D730CD2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B57A11-B7D8-68F2-8453-2744AB6843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5F13C28-C1B4-403B-9AD4-B37C4D325A74}" type="slidenum">
              <a:rPr lang="en-US" smtClean="0"/>
              <a:t>‹#›</a:t>
            </a:fld>
            <a:endParaRPr lang="en-US"/>
          </a:p>
        </p:txBody>
      </p:sp>
    </p:spTree>
    <p:extLst>
      <p:ext uri="{BB962C8B-B14F-4D97-AF65-F5344CB8AC3E}">
        <p14:creationId xmlns:p14="http://schemas.microsoft.com/office/powerpoint/2010/main" val="32984644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github.com/ksu-is/WhereToRecycle-BW" TargetMode="External"/><Relationship Id="rId2" Type="http://schemas.openxmlformats.org/officeDocument/2006/relationships/hyperlink" Target="http://github.com/ksu" TargetMode="Externa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12E252-5537-4F9F-D901-BA39B7455260}"/>
              </a:ext>
            </a:extLst>
          </p:cNvPr>
          <p:cNvSpPr>
            <a:spLocks noGrp="1"/>
          </p:cNvSpPr>
          <p:nvPr>
            <p:ph type="title"/>
          </p:nvPr>
        </p:nvSpPr>
        <p:spPr>
          <a:xfrm>
            <a:off x="838200" y="365125"/>
            <a:ext cx="10515600" cy="1627304"/>
          </a:xfrm>
        </p:spPr>
        <p:txBody>
          <a:bodyPr>
            <a:normAutofit fontScale="90000"/>
          </a:bodyPr>
          <a:lstStyle/>
          <a:p>
            <a:pPr algn="ctr"/>
            <a:r>
              <a:rPr lang="en-US" sz="5300" dirty="0"/>
              <a:t> </a:t>
            </a:r>
            <a:r>
              <a:rPr lang="en-US" sz="5300" dirty="0" err="1">
                <a:solidFill>
                  <a:schemeClr val="accent3">
                    <a:lumMod val="75000"/>
                  </a:schemeClr>
                </a:solidFill>
              </a:rPr>
              <a:t>WhereToRecycle</a:t>
            </a:r>
            <a:r>
              <a:rPr lang="en-US" sz="5300" dirty="0">
                <a:solidFill>
                  <a:schemeClr val="accent3">
                    <a:lumMod val="75000"/>
                  </a:schemeClr>
                </a:solidFill>
              </a:rPr>
              <a:t>           </a:t>
            </a:r>
            <a:br>
              <a:rPr lang="en-US" sz="4800" dirty="0">
                <a:solidFill>
                  <a:schemeClr val="accent3">
                    <a:lumMod val="75000"/>
                  </a:schemeClr>
                </a:solidFill>
              </a:rPr>
            </a:br>
            <a:r>
              <a:rPr lang="en-US" sz="4000" dirty="0">
                <a:solidFill>
                  <a:schemeClr val="accent3">
                    <a:lumMod val="75000"/>
                  </a:schemeClr>
                </a:solidFill>
              </a:rPr>
              <a:t>created by </a:t>
            </a:r>
            <a:r>
              <a:rPr lang="en-US" sz="4000" dirty="0">
                <a:solidFill>
                  <a:schemeClr val="accent6">
                    <a:lumMod val="50000"/>
                  </a:schemeClr>
                </a:solidFill>
              </a:rPr>
              <a:t>Bess Whitfield</a:t>
            </a:r>
            <a:br>
              <a:rPr lang="en-US" dirty="0">
                <a:solidFill>
                  <a:schemeClr val="accent6">
                    <a:lumMod val="50000"/>
                  </a:schemeClr>
                </a:solidFill>
              </a:rPr>
            </a:br>
            <a:r>
              <a:rPr lang="en-US" dirty="0">
                <a:solidFill>
                  <a:schemeClr val="accent6">
                    <a:lumMod val="50000"/>
                  </a:schemeClr>
                </a:solidFill>
              </a:rPr>
              <a:t> </a:t>
            </a:r>
            <a:r>
              <a:rPr lang="en-US" sz="3600" dirty="0">
                <a:solidFill>
                  <a:schemeClr val="accent6">
                    <a:lumMod val="50000"/>
                  </a:schemeClr>
                </a:solidFill>
                <a:hlinkClick r:id="rId2">
                  <a:extLst>
                    <a:ext uri="{A12FA001-AC4F-418D-AE19-62706E023703}">
                      <ahyp:hlinkClr xmlns:ahyp="http://schemas.microsoft.com/office/drawing/2018/hyperlinkcolor" val="tx"/>
                    </a:ext>
                  </a:extLst>
                </a:hlinkClick>
              </a:rPr>
              <a:t>http://github.com/ksu</a:t>
            </a:r>
            <a:r>
              <a:rPr lang="en-US" sz="3600" dirty="0">
                <a:solidFill>
                  <a:schemeClr val="accent6">
                    <a:lumMod val="50000"/>
                  </a:schemeClr>
                </a:solidFill>
                <a:hlinkClick r:id="rId3">
                  <a:extLst>
                    <a:ext uri="{A12FA001-AC4F-418D-AE19-62706E023703}">
                      <ahyp:hlinkClr xmlns:ahyp="http://schemas.microsoft.com/office/drawing/2018/hyperlinkcolor" val="tx"/>
                    </a:ext>
                  </a:extLst>
                </a:hlinkClick>
              </a:rPr>
              <a:t>-is/WhereToRecycle-BW</a:t>
            </a:r>
            <a:endParaRPr lang="en-US" sz="3600" dirty="0">
              <a:solidFill>
                <a:schemeClr val="accent6">
                  <a:lumMod val="50000"/>
                </a:schemeClr>
              </a:solidFill>
            </a:endParaRPr>
          </a:p>
        </p:txBody>
      </p:sp>
      <p:sp>
        <p:nvSpPr>
          <p:cNvPr id="5" name="Content Placeholder 4">
            <a:extLst>
              <a:ext uri="{FF2B5EF4-FFF2-40B4-BE49-F238E27FC236}">
                <a16:creationId xmlns:a16="http://schemas.microsoft.com/office/drawing/2014/main" id="{900B2168-2DB9-69C1-8C82-CD8C091FC1B8}"/>
              </a:ext>
            </a:extLst>
          </p:cNvPr>
          <p:cNvSpPr>
            <a:spLocks noGrp="1"/>
          </p:cNvSpPr>
          <p:nvPr>
            <p:ph idx="1"/>
          </p:nvPr>
        </p:nvSpPr>
        <p:spPr>
          <a:xfrm>
            <a:off x="548640" y="2348563"/>
            <a:ext cx="4562375" cy="3540608"/>
          </a:xfrm>
        </p:spPr>
        <p:txBody>
          <a:bodyPr>
            <a:normAutofit/>
          </a:bodyPr>
          <a:lstStyle/>
          <a:p>
            <a:pPr marL="0" indent="0">
              <a:buNone/>
            </a:pPr>
            <a:r>
              <a:rPr lang="en-US" sz="2400" dirty="0">
                <a:solidFill>
                  <a:schemeClr val="accent6">
                    <a:lumMod val="75000"/>
                  </a:schemeClr>
                </a:solidFill>
              </a:rPr>
              <a:t>The </a:t>
            </a:r>
            <a:r>
              <a:rPr lang="en-US" sz="2400" dirty="0" err="1">
                <a:solidFill>
                  <a:schemeClr val="accent3">
                    <a:lumMod val="75000"/>
                  </a:schemeClr>
                </a:solidFill>
              </a:rPr>
              <a:t>WhereToRecycle</a:t>
            </a:r>
            <a:r>
              <a:rPr lang="en-US" sz="2400" dirty="0">
                <a:solidFill>
                  <a:schemeClr val="accent6">
                    <a:lumMod val="75000"/>
                  </a:schemeClr>
                </a:solidFill>
              </a:rPr>
              <a:t> app is a webpage that provides the user with information about recycling and links to websites where the user can click to find information on how to recycle certain items, as well as search where to recycle an item by entering the name of an item and the zip code. </a:t>
            </a:r>
          </a:p>
        </p:txBody>
      </p:sp>
      <p:pic>
        <p:nvPicPr>
          <p:cNvPr id="7" name="Picture 6">
            <a:extLst>
              <a:ext uri="{FF2B5EF4-FFF2-40B4-BE49-F238E27FC236}">
                <a16:creationId xmlns:a16="http://schemas.microsoft.com/office/drawing/2014/main" id="{D596DE5A-84F3-91CA-D4B2-3C93B17C024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476775" y="2410336"/>
            <a:ext cx="6089812" cy="3428314"/>
          </a:xfrm>
          <a:prstGeom prst="rect">
            <a:avLst/>
          </a:prstGeom>
        </p:spPr>
      </p:pic>
      <p:pic>
        <p:nvPicPr>
          <p:cNvPr id="9" name="Picture 8" descr="A green and blue recycle symbol&#10;&#10;AI-generated content may be incorrect.">
            <a:extLst>
              <a:ext uri="{FF2B5EF4-FFF2-40B4-BE49-F238E27FC236}">
                <a16:creationId xmlns:a16="http://schemas.microsoft.com/office/drawing/2014/main" id="{B2314913-0E0C-D9D7-DEE5-C81EADA083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25485" y="442620"/>
            <a:ext cx="1079403" cy="1052418"/>
          </a:xfrm>
          <a:prstGeom prst="rect">
            <a:avLst/>
          </a:prstGeom>
        </p:spPr>
      </p:pic>
    </p:spTree>
    <p:extLst>
      <p:ext uri="{BB962C8B-B14F-4D97-AF65-F5344CB8AC3E}">
        <p14:creationId xmlns:p14="http://schemas.microsoft.com/office/powerpoint/2010/main" val="42398855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6419</TotalTime>
  <Words>72</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 WhereToRecycle            created by Bess Whitfield  http://github.com/ksu-is/WhereToRecycle-BW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Bess Whitfield</dc:creator>
  <cp:lastModifiedBy>Bess Whitfield</cp:lastModifiedBy>
  <cp:revision>1</cp:revision>
  <dcterms:created xsi:type="dcterms:W3CDTF">2025-11-26T18:33:01Z</dcterms:created>
  <dcterms:modified xsi:type="dcterms:W3CDTF">2025-12-01T06:28:02Z</dcterms:modified>
</cp:coreProperties>
</file>