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handoutMasterIdLst>
    <p:handoutMasterId r:id="rId4"/>
  </p:handoutMasterIdLst>
  <p:sldIdLst>
    <p:sldId id="26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EA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D670C6-BAA5-4AF8-9ECB-056A8B266438}" v="10" dt="2025-12-01T23:22:24.090"/>
  </p1510:revLst>
</p1510:revInfo>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4" d="100"/>
          <a:sy n="74" d="100"/>
        </p:scale>
        <p:origin x="376" y="68"/>
      </p:cViewPr>
      <p:guideLst>
        <p:guide pos="3840"/>
        <p:guide orient="horz" pos="2160"/>
      </p:guideLst>
    </p:cSldViewPr>
  </p:slideViewPr>
  <p:notesTextViewPr>
    <p:cViewPr>
      <p:scale>
        <a:sx n="1" d="1"/>
        <a:sy n="1" d="1"/>
      </p:scale>
      <p:origin x="0" y="0"/>
    </p:cViewPr>
  </p:notesTextViewPr>
  <p:notesViewPr>
    <p:cSldViewPr snapToGrid="0">
      <p:cViewPr varScale="1">
        <p:scale>
          <a:sx n="82" d="100"/>
          <a:sy n="82" d="100"/>
        </p:scale>
        <p:origin x="3852"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handoutMaster" Target="handoutMasters/handout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ss Whitfield" userId="37db7fc2c1acf104" providerId="LiveId" clId="{DC28302F-E672-4809-9DEA-7D3F07A0ED3E}"/>
    <pc:docChg chg="custSel delSld modSld">
      <pc:chgData name="Bess Whitfield" userId="37db7fc2c1acf104" providerId="LiveId" clId="{DC28302F-E672-4809-9DEA-7D3F07A0ED3E}" dt="2025-12-01T23:30:25.430" v="619" actId="2696"/>
      <pc:docMkLst>
        <pc:docMk/>
      </pc:docMkLst>
      <pc:sldChg chg="addSp modSp mod">
        <pc:chgData name="Bess Whitfield" userId="37db7fc2c1acf104" providerId="LiveId" clId="{DC28302F-E672-4809-9DEA-7D3F07A0ED3E}" dt="2025-12-01T23:29:12.292" v="609" actId="14100"/>
        <pc:sldMkLst>
          <pc:docMk/>
          <pc:sldMk cId="1051878143" sldId="267"/>
        </pc:sldMkLst>
        <pc:spChg chg="mod">
          <ac:chgData name="Bess Whitfield" userId="37db7fc2c1acf104" providerId="LiveId" clId="{DC28302F-E672-4809-9DEA-7D3F07A0ED3E}" dt="2025-12-01T23:15:54.495" v="555" actId="14100"/>
          <ac:spMkLst>
            <pc:docMk/>
            <pc:sldMk cId="1051878143" sldId="267"/>
            <ac:spMk id="2" creationId="{00000000-0000-0000-0000-000000000000}"/>
          </ac:spMkLst>
        </pc:spChg>
        <pc:spChg chg="mod">
          <ac:chgData name="Bess Whitfield" userId="37db7fc2c1acf104" providerId="LiveId" clId="{DC28302F-E672-4809-9DEA-7D3F07A0ED3E}" dt="2025-12-01T23:27:45.751" v="599" actId="1076"/>
          <ac:spMkLst>
            <pc:docMk/>
            <pc:sldMk cId="1051878143" sldId="267"/>
            <ac:spMk id="3" creationId="{00000000-0000-0000-0000-000000000000}"/>
          </ac:spMkLst>
        </pc:spChg>
        <pc:picChg chg="add mod">
          <ac:chgData name="Bess Whitfield" userId="37db7fc2c1acf104" providerId="LiveId" clId="{DC28302F-E672-4809-9DEA-7D3F07A0ED3E}" dt="2025-12-01T23:29:12.292" v="609" actId="14100"/>
          <ac:picMkLst>
            <pc:docMk/>
            <pc:sldMk cId="1051878143" sldId="267"/>
            <ac:picMk id="5" creationId="{BF8974BA-7F8C-1147-2ABD-C71462B836E3}"/>
          </ac:picMkLst>
        </pc:picChg>
        <pc:picChg chg="add mod">
          <ac:chgData name="Bess Whitfield" userId="37db7fc2c1acf104" providerId="LiveId" clId="{DC28302F-E672-4809-9DEA-7D3F07A0ED3E}" dt="2025-12-01T23:28:21.719" v="605" actId="1076"/>
          <ac:picMkLst>
            <pc:docMk/>
            <pc:sldMk cId="1051878143" sldId="267"/>
            <ac:picMk id="7" creationId="{4F22D596-DE54-31F3-5445-654D5917D0DC}"/>
          </ac:picMkLst>
        </pc:picChg>
        <pc:picChg chg="add mod">
          <ac:chgData name="Bess Whitfield" userId="37db7fc2c1acf104" providerId="LiveId" clId="{DC28302F-E672-4809-9DEA-7D3F07A0ED3E}" dt="2025-12-01T23:25:38.791" v="591" actId="1076"/>
          <ac:picMkLst>
            <pc:docMk/>
            <pc:sldMk cId="1051878143" sldId="267"/>
            <ac:picMk id="9" creationId="{2692DBDA-9737-E8BA-72E7-9D040118FC8A}"/>
          </ac:picMkLst>
        </pc:picChg>
        <pc:picChg chg="add mod">
          <ac:chgData name="Bess Whitfield" userId="37db7fc2c1acf104" providerId="LiveId" clId="{DC28302F-E672-4809-9DEA-7D3F07A0ED3E}" dt="2025-12-01T23:28:49.293" v="606" actId="1076"/>
          <ac:picMkLst>
            <pc:docMk/>
            <pc:sldMk cId="1051878143" sldId="267"/>
            <ac:picMk id="11" creationId="{C573CA13-A698-0F0E-2313-A373A913B8D8}"/>
          </ac:picMkLst>
        </pc:picChg>
      </pc:sldChg>
      <pc:sldChg chg="del">
        <pc:chgData name="Bess Whitfield" userId="37db7fc2c1acf104" providerId="LiveId" clId="{DC28302F-E672-4809-9DEA-7D3F07A0ED3E}" dt="2025-12-01T23:29:51.439" v="610" actId="2696"/>
        <pc:sldMkLst>
          <pc:docMk/>
          <pc:sldMk cId="3346596536" sldId="268"/>
        </pc:sldMkLst>
      </pc:sldChg>
      <pc:sldChg chg="del">
        <pc:chgData name="Bess Whitfield" userId="37db7fc2c1acf104" providerId="LiveId" clId="{DC28302F-E672-4809-9DEA-7D3F07A0ED3E}" dt="2025-12-01T23:29:55.490" v="611" actId="2696"/>
        <pc:sldMkLst>
          <pc:docMk/>
          <pc:sldMk cId="67957042" sldId="269"/>
        </pc:sldMkLst>
      </pc:sldChg>
      <pc:sldChg chg="del">
        <pc:chgData name="Bess Whitfield" userId="37db7fc2c1acf104" providerId="LiveId" clId="{DC28302F-E672-4809-9DEA-7D3F07A0ED3E}" dt="2025-12-01T23:29:58.770" v="612" actId="2696"/>
        <pc:sldMkLst>
          <pc:docMk/>
          <pc:sldMk cId="762081027" sldId="270"/>
        </pc:sldMkLst>
      </pc:sldChg>
      <pc:sldChg chg="del">
        <pc:chgData name="Bess Whitfield" userId="37db7fc2c1acf104" providerId="LiveId" clId="{DC28302F-E672-4809-9DEA-7D3F07A0ED3E}" dt="2025-12-01T23:30:02.608" v="613" actId="2696"/>
        <pc:sldMkLst>
          <pc:docMk/>
          <pc:sldMk cId="249977872" sldId="271"/>
        </pc:sldMkLst>
      </pc:sldChg>
      <pc:sldChg chg="del">
        <pc:chgData name="Bess Whitfield" userId="37db7fc2c1acf104" providerId="LiveId" clId="{DC28302F-E672-4809-9DEA-7D3F07A0ED3E}" dt="2025-12-01T23:30:05.601" v="614" actId="2696"/>
        <pc:sldMkLst>
          <pc:docMk/>
          <pc:sldMk cId="3999759775" sldId="272"/>
        </pc:sldMkLst>
      </pc:sldChg>
      <pc:sldChg chg="del">
        <pc:chgData name="Bess Whitfield" userId="37db7fc2c1acf104" providerId="LiveId" clId="{DC28302F-E672-4809-9DEA-7D3F07A0ED3E}" dt="2025-12-01T23:30:08.790" v="615" actId="2696"/>
        <pc:sldMkLst>
          <pc:docMk/>
          <pc:sldMk cId="1428607047" sldId="273"/>
        </pc:sldMkLst>
      </pc:sldChg>
      <pc:sldChg chg="del">
        <pc:chgData name="Bess Whitfield" userId="37db7fc2c1acf104" providerId="LiveId" clId="{DC28302F-E672-4809-9DEA-7D3F07A0ED3E}" dt="2025-12-01T23:30:12.023" v="616" actId="2696"/>
        <pc:sldMkLst>
          <pc:docMk/>
          <pc:sldMk cId="3757355931" sldId="274"/>
        </pc:sldMkLst>
      </pc:sldChg>
      <pc:sldChg chg="del">
        <pc:chgData name="Bess Whitfield" userId="37db7fc2c1acf104" providerId="LiveId" clId="{DC28302F-E672-4809-9DEA-7D3F07A0ED3E}" dt="2025-12-01T23:30:17.554" v="617" actId="2696"/>
        <pc:sldMkLst>
          <pc:docMk/>
          <pc:sldMk cId="726169185" sldId="275"/>
        </pc:sldMkLst>
      </pc:sldChg>
      <pc:sldChg chg="del">
        <pc:chgData name="Bess Whitfield" userId="37db7fc2c1acf104" providerId="LiveId" clId="{DC28302F-E672-4809-9DEA-7D3F07A0ED3E}" dt="2025-12-01T23:30:20.528" v="618" actId="2696"/>
        <pc:sldMkLst>
          <pc:docMk/>
          <pc:sldMk cId="1669418864" sldId="276"/>
        </pc:sldMkLst>
      </pc:sldChg>
      <pc:sldChg chg="del">
        <pc:chgData name="Bess Whitfield" userId="37db7fc2c1acf104" providerId="LiveId" clId="{DC28302F-E672-4809-9DEA-7D3F07A0ED3E}" dt="2025-12-01T23:30:25.430" v="619" actId="2696"/>
        <pc:sldMkLst>
          <pc:docMk/>
          <pc:sldMk cId="1303301948" sldId="27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A591099-7EBE-4D12-B880-CCA6B38B92A6}" type="datetimeFigureOut">
              <a:rPr lang="en-US" smtClean="0"/>
              <a:t>12/1/2025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3A36C10-A9D4-4995-9BAF-95FBD77A724B}" type="slidenum">
              <a:rPr lang="en-US" smtClean="0"/>
              <a:t>‹#›</a:t>
            </a:fld>
            <a:endParaRPr lang="en-US" dirty="0"/>
          </a:p>
        </p:txBody>
      </p:sp>
    </p:spTree>
    <p:extLst>
      <p:ext uri="{BB962C8B-B14F-4D97-AF65-F5344CB8AC3E}">
        <p14:creationId xmlns:p14="http://schemas.microsoft.com/office/powerpoint/2010/main" val="25092182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CF4299-1721-48C6-878D-74296BE00D21}" type="datetimeFigureOut">
              <a:rPr lang="en-US" smtClean="0"/>
              <a:t>12/1/2025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AEF9EC-8318-4FF6-847E-A85BBD2B7E49}" type="slidenum">
              <a:rPr lang="en-US" smtClean="0"/>
              <a:t>‹#›</a:t>
            </a:fld>
            <a:endParaRPr lang="en-US" dirty="0"/>
          </a:p>
        </p:txBody>
      </p:sp>
    </p:spTree>
    <p:extLst>
      <p:ext uri="{BB962C8B-B14F-4D97-AF65-F5344CB8AC3E}">
        <p14:creationId xmlns:p14="http://schemas.microsoft.com/office/powerpoint/2010/main" val="2283195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09600" y="261254"/>
            <a:ext cx="8226490" cy="3083767"/>
          </a:xfrm>
        </p:spPr>
        <p:txBody>
          <a:bodyPr anchor="b">
            <a:normAutofit/>
          </a:bodyPr>
          <a:lstStyle>
            <a:lvl1pPr algn="l">
              <a:lnSpc>
                <a:spcPct val="80000"/>
              </a:lnSpc>
              <a:defRPr sz="72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609600" y="3386585"/>
            <a:ext cx="8229600" cy="1371600"/>
          </a:xfrm>
        </p:spPr>
        <p:txBody>
          <a:bodyPr/>
          <a:lstStyle>
            <a:lvl1pPr marL="0" indent="0" algn="l">
              <a:spcBef>
                <a:spcPts val="1200"/>
              </a:spcBef>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4" name="Date Placeholder 3"/>
          <p:cNvSpPr>
            <a:spLocks noGrp="1"/>
          </p:cNvSpPr>
          <p:nvPr>
            <p:ph type="dt" sz="half" idx="10"/>
          </p:nvPr>
        </p:nvSpPr>
        <p:spPr/>
        <p:txBody>
          <a:bodyPr/>
          <a:lstStyle/>
          <a:p>
            <a:fld id="{4506E011-4F7D-42D0-82E1-078A40B76F01}" type="datetime1">
              <a:rPr lang="en-US" smtClean="0"/>
              <a:t>12/1/2025</a:t>
            </a:fld>
            <a:endParaRPr lang="en-US" dirty="0"/>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dirty="0"/>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12648" y="265176"/>
            <a:ext cx="8229600" cy="3081528"/>
          </a:xfrm>
        </p:spPr>
        <p:txBody>
          <a:bodyPr anchor="b">
            <a:normAutofit/>
          </a:bodyPr>
          <a:lstStyle>
            <a:lvl1pPr>
              <a:defRPr sz="5400"/>
            </a:lvl1pPr>
          </a:lstStyle>
          <a:p>
            <a:r>
              <a:rPr lang="en-US"/>
              <a:t>Click to edit Master title style</a:t>
            </a:r>
          </a:p>
        </p:txBody>
      </p:sp>
      <p:sp>
        <p:nvSpPr>
          <p:cNvPr id="3" name="Text Placeholder 2"/>
          <p:cNvSpPr>
            <a:spLocks noGrp="1"/>
          </p:cNvSpPr>
          <p:nvPr>
            <p:ph type="body" idx="1"/>
          </p:nvPr>
        </p:nvSpPr>
        <p:spPr>
          <a:xfrm>
            <a:off x="612648" y="3388268"/>
            <a:ext cx="8229600" cy="1371600"/>
          </a:xfrm>
        </p:spPr>
        <p:txBody>
          <a:bodyPr/>
          <a:lstStyle>
            <a:lvl1pPr marL="0" indent="0">
              <a:spcBef>
                <a:spcPts val="1200"/>
              </a:spcBef>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4" name="Date Placeholder 3"/>
          <p:cNvSpPr>
            <a:spLocks noGrp="1"/>
          </p:cNvSpPr>
          <p:nvPr>
            <p:ph type="dt" sz="half" idx="10"/>
          </p:nvPr>
        </p:nvSpPr>
        <p:spPr/>
        <p:txBody>
          <a:bodyPr/>
          <a:lstStyle/>
          <a:p>
            <a:fld id="{3DA471FE-0FCC-47A4-B218-06AF00AFA70F}" type="datetime1">
              <a:rPr lang="en-US" smtClean="0"/>
              <a:t>12/1/2025</a:t>
            </a:fld>
            <a:endParaRPr lang="en-US" dirty="0"/>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dirty="0"/>
          </a:p>
        </p:txBody>
      </p:sp>
    </p:spTree>
    <p:extLst>
      <p:ext uri="{BB962C8B-B14F-4D97-AF65-F5344CB8AC3E}">
        <p14:creationId xmlns:p14="http://schemas.microsoft.com/office/powerpoint/2010/main" val="3506778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95401" y="1828800"/>
            <a:ext cx="4572000" cy="4348163"/>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599" y="1828800"/>
            <a:ext cx="4572000" cy="4348163"/>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5" name="Date Placeholder 4"/>
          <p:cNvSpPr>
            <a:spLocks noGrp="1"/>
          </p:cNvSpPr>
          <p:nvPr>
            <p:ph type="dt" sz="half" idx="10"/>
          </p:nvPr>
        </p:nvSpPr>
        <p:spPr/>
        <p:txBody>
          <a:bodyPr/>
          <a:lstStyle/>
          <a:p>
            <a:fld id="{BE42C22A-A385-4013-8BC3-1C712ED98224}" type="datetime1">
              <a:rPr lang="en-US" smtClean="0"/>
              <a:t>12/1/2025</a:t>
            </a:fld>
            <a:endParaRPr lang="en-US" dirty="0"/>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dirty="0"/>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98448" y="1627258"/>
            <a:ext cx="4572000" cy="68580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8448" y="2373284"/>
            <a:ext cx="4572000" cy="3840480"/>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7648" y="1627258"/>
            <a:ext cx="4572000" cy="68580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7648" y="2373284"/>
            <a:ext cx="4572000" cy="3840480"/>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Add a footer</a:t>
            </a:r>
            <a:endParaRPr lang="en-US" dirty="0"/>
          </a:p>
        </p:txBody>
      </p:sp>
      <p:sp>
        <p:nvSpPr>
          <p:cNvPr id="7" name="Date Placeholder 6"/>
          <p:cNvSpPr>
            <a:spLocks noGrp="1"/>
          </p:cNvSpPr>
          <p:nvPr>
            <p:ph type="dt" sz="half" idx="10"/>
          </p:nvPr>
        </p:nvSpPr>
        <p:spPr/>
        <p:txBody>
          <a:bodyPr/>
          <a:lstStyle/>
          <a:p>
            <a:fld id="{A4143CD7-DDC2-4E28-B80E-11B3368F8846}" type="datetime1">
              <a:rPr lang="en-US" smtClean="0"/>
              <a:t>12/1/2025</a:t>
            </a:fld>
            <a:endParaRPr lang="en-US" dirty="0"/>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dirty="0"/>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a:t>Add a footer</a:t>
            </a:r>
            <a:endParaRPr lang="en-US" dirty="0"/>
          </a:p>
        </p:txBody>
      </p:sp>
      <p:sp>
        <p:nvSpPr>
          <p:cNvPr id="3" name="Date Placeholder 2"/>
          <p:cNvSpPr>
            <a:spLocks noGrp="1"/>
          </p:cNvSpPr>
          <p:nvPr>
            <p:ph type="dt" sz="half" idx="10"/>
          </p:nvPr>
        </p:nvSpPr>
        <p:spPr/>
        <p:txBody>
          <a:bodyPr/>
          <a:lstStyle/>
          <a:p>
            <a:fld id="{68882D6B-0F0F-41E5-8A0F-FC2D7E2110E0}" type="datetime1">
              <a:rPr lang="en-US" smtClean="0"/>
              <a:t>12/1/2025</a:t>
            </a:fld>
            <a:endParaRPr lang="en-US" dirty="0"/>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dirty="0"/>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Add a footer</a:t>
            </a:r>
            <a:endParaRPr lang="en-US" dirty="0"/>
          </a:p>
        </p:txBody>
      </p:sp>
      <p:sp>
        <p:nvSpPr>
          <p:cNvPr id="2" name="Date Placeholder 1"/>
          <p:cNvSpPr>
            <a:spLocks noGrp="1"/>
          </p:cNvSpPr>
          <p:nvPr>
            <p:ph type="dt" sz="half" idx="10"/>
          </p:nvPr>
        </p:nvSpPr>
        <p:spPr/>
        <p:txBody>
          <a:bodyPr/>
          <a:lstStyle/>
          <a:p>
            <a:fld id="{399C1A38-D70F-41CF-857C-945C6FF6B07D}" type="datetime1">
              <a:rPr lang="en-US" smtClean="0"/>
              <a:t>12/1/2025</a:t>
            </a:fld>
            <a:endParaRPr lang="en-US" dirty="0"/>
          </a:p>
        </p:txBody>
      </p:sp>
      <p:sp>
        <p:nvSpPr>
          <p:cNvPr id="4" name="Slide Number Placeholder 3"/>
          <p:cNvSpPr>
            <a:spLocks noGrp="1"/>
          </p:cNvSpPr>
          <p:nvPr>
            <p:ph type="sldNum" sz="quarter" idx="12"/>
          </p:nvPr>
        </p:nvSpPr>
        <p:spPr/>
        <p:txBody>
          <a:bodyPr/>
          <a:lstStyle/>
          <a:p>
            <a:fld id="{E31375A4-56A4-47D6-9801-1991572033F7}" type="slidenum">
              <a:rPr lang="en-US" smtClean="0"/>
              <a:t>‹#›</a:t>
            </a:fld>
            <a:endParaRPr lang="en-US" dirty="0"/>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userDrawn="1"/>
        </p:nvSpPr>
        <p:spPr bwMode="hidden">
          <a:xfrm>
            <a:off x="0" y="0"/>
            <a:ext cx="7315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7979330" y="457200"/>
            <a:ext cx="3603070" cy="155448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606490" y="685800"/>
            <a:ext cx="6102220" cy="548640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979330" y="2101850"/>
            <a:ext cx="3603070" cy="1828800"/>
          </a:xfrm>
        </p:spPr>
        <p:txBody>
          <a:bodyPr/>
          <a:lstStyle>
            <a:lvl1pPr marL="0" indent="0">
              <a:spcBef>
                <a:spcPts val="12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5" name="Date Placeholder 4"/>
          <p:cNvSpPr>
            <a:spLocks noGrp="1"/>
          </p:cNvSpPr>
          <p:nvPr>
            <p:ph type="dt" sz="half" idx="10"/>
          </p:nvPr>
        </p:nvSpPr>
        <p:spPr/>
        <p:txBody>
          <a:bodyPr/>
          <a:lstStyle/>
          <a:p>
            <a:fld id="{E32B96DC-D1E7-4668-A471-A46ECA2AE34F}" type="datetime1">
              <a:rPr lang="en-US" smtClean="0"/>
              <a:t>12/1/2025</a:t>
            </a:fld>
            <a:endParaRPr lang="en-US" dirty="0"/>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dirty="0"/>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p:nvSpPr>
        <p:spPr bwMode="hidden">
          <a:xfrm>
            <a:off x="0" y="0"/>
            <a:ext cx="7315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7982712" y="457200"/>
            <a:ext cx="3602736" cy="1554480"/>
          </a:xfrm>
        </p:spPr>
        <p:txBody>
          <a:bodyPr anchor="b"/>
          <a:lstStyle>
            <a:lvl1pPr>
              <a:defRPr sz="3200"/>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0" y="-1"/>
            <a:ext cx="7315200" cy="6858000"/>
          </a:xfrm>
        </p:spPr>
        <p:txBody>
          <a:bodyPr tIns="4572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982712" y="2101850"/>
            <a:ext cx="3602736" cy="1828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977249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4" name="Date Placeholder 3"/>
          <p:cNvSpPr>
            <a:spLocks noGrp="1"/>
          </p:cNvSpPr>
          <p:nvPr>
            <p:ph type="dt" sz="half" idx="10"/>
          </p:nvPr>
        </p:nvSpPr>
        <p:spPr/>
        <p:txBody>
          <a:bodyPr/>
          <a:lstStyle/>
          <a:p>
            <a:fld id="{1C40B874-E53C-42B9-98BA-0781B387246C}" type="datetime1">
              <a:rPr lang="en-US" smtClean="0"/>
              <a:t>12/1/2025</a:t>
            </a:fld>
            <a:endParaRPr lang="en-US" dirty="0"/>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dirty="0"/>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50680" y="365125"/>
            <a:ext cx="1645920" cy="5811838"/>
          </a:xfrm>
        </p:spPr>
        <p:txBody>
          <a:bodyPr vert="eaVert"/>
          <a:lstStyle>
            <a:lvl1pP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295400" y="365125"/>
            <a:ext cx="7624664"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4" name="Date Placeholder 3"/>
          <p:cNvSpPr>
            <a:spLocks noGrp="1"/>
          </p:cNvSpPr>
          <p:nvPr>
            <p:ph type="dt" sz="half" idx="10"/>
          </p:nvPr>
        </p:nvSpPr>
        <p:spPr/>
        <p:txBody>
          <a:bodyPr/>
          <a:lstStyle/>
          <a:p>
            <a:fld id="{75D402F4-45D7-406A-9C33-75238E131A1E}" type="datetime1">
              <a:rPr lang="en-US" smtClean="0"/>
              <a:t>12/1/2025</a:t>
            </a:fld>
            <a:endParaRPr lang="en-US" dirty="0"/>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dirty="0"/>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95400" y="362303"/>
            <a:ext cx="9601200" cy="106994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95400" y="1828799"/>
            <a:ext cx="9601200" cy="4348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609600" y="6385492"/>
            <a:ext cx="6099048" cy="228600"/>
          </a:xfrm>
          <a:prstGeom prst="rect">
            <a:avLst/>
          </a:prstGeom>
        </p:spPr>
        <p:txBody>
          <a:bodyPr vert="horz" lIns="91440" tIns="45720" rIns="91440" bIns="45720" rtlCol="0" anchor="ctr"/>
          <a:lstStyle>
            <a:lvl1pPr algn="l">
              <a:defRPr sz="1100">
                <a:solidFill>
                  <a:schemeClr val="accent1"/>
                </a:solidFill>
              </a:defRPr>
            </a:lvl1pPr>
          </a:lstStyle>
          <a:p>
            <a:r>
              <a:rPr lang="en-US"/>
              <a:t>Add a footer</a:t>
            </a:r>
            <a:endParaRPr lang="en-US" dirty="0"/>
          </a:p>
        </p:txBody>
      </p:sp>
      <p:sp>
        <p:nvSpPr>
          <p:cNvPr id="4" name="Date Placeholder 3"/>
          <p:cNvSpPr>
            <a:spLocks noGrp="1"/>
          </p:cNvSpPr>
          <p:nvPr>
            <p:ph type="dt" sz="half" idx="2"/>
          </p:nvPr>
        </p:nvSpPr>
        <p:spPr>
          <a:xfrm>
            <a:off x="9419253" y="6385492"/>
            <a:ext cx="982047" cy="228600"/>
          </a:xfrm>
          <a:prstGeom prst="rect">
            <a:avLst/>
          </a:prstGeom>
        </p:spPr>
        <p:txBody>
          <a:bodyPr vert="horz" lIns="91440" tIns="45720" rIns="91440" bIns="45720" rtlCol="0" anchor="ctr"/>
          <a:lstStyle>
            <a:lvl1pPr algn="r">
              <a:defRPr sz="1100">
                <a:solidFill>
                  <a:schemeClr val="accent1"/>
                </a:solidFill>
              </a:defRPr>
            </a:lvl1pPr>
          </a:lstStyle>
          <a:p>
            <a:fld id="{CC444FFE-4BDB-4301-83D8-FE8B25E7CF5A}" type="datetime1">
              <a:rPr lang="en-US" smtClean="0"/>
              <a:t>12/1/2025</a:t>
            </a:fld>
            <a:endParaRPr lang="en-US" dirty="0"/>
          </a:p>
        </p:txBody>
      </p:sp>
      <p:sp>
        <p:nvSpPr>
          <p:cNvPr id="6" name="Slide Number Placeholder 5"/>
          <p:cNvSpPr>
            <a:spLocks noGrp="1"/>
          </p:cNvSpPr>
          <p:nvPr>
            <p:ph type="sldNum" sz="quarter" idx="4"/>
          </p:nvPr>
        </p:nvSpPr>
        <p:spPr>
          <a:xfrm>
            <a:off x="10753532" y="6385492"/>
            <a:ext cx="828868" cy="228600"/>
          </a:xfrm>
          <a:prstGeom prst="rect">
            <a:avLst/>
          </a:prstGeom>
        </p:spPr>
        <p:txBody>
          <a:bodyPr vert="horz" lIns="91440" tIns="45720" rIns="91440" bIns="45720" rtlCol="0" anchor="ctr"/>
          <a:lstStyle>
            <a:lvl1pPr algn="r">
              <a:defRPr sz="1100">
                <a:solidFill>
                  <a:schemeClr val="accent1"/>
                </a:solidFill>
              </a:defRPr>
            </a:lvl1p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1943259863"/>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2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buClr>
        <a:buFont typeface="Arial"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90000"/>
        </a:lnSpc>
        <a:spcBef>
          <a:spcPts val="1200"/>
        </a:spcBef>
        <a:buClr>
          <a:schemeClr val="accent1"/>
        </a:buClr>
        <a:buFont typeface="Arial" pitchFamily="34" charset="0"/>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800"/>
        </a:spcBef>
        <a:buClr>
          <a:schemeClr val="accent1"/>
        </a:buClr>
        <a:buFont typeface="Arial" pitchFamily="34" charset="0"/>
        <a:buChar char="•"/>
        <a:defRPr sz="1600" kern="1200">
          <a:solidFill>
            <a:schemeClr val="tx1"/>
          </a:solidFill>
          <a:latin typeface="+mn-lt"/>
          <a:ea typeface="+mn-ea"/>
          <a:cs typeface="+mn-cs"/>
        </a:defRPr>
      </a:lvl3pPr>
      <a:lvl4pPr marL="960120" indent="-18288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4pPr>
      <a:lvl5pPr marL="1188720" indent="-18288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6pPr>
      <a:lvl7pPr marL="1600200" indent="-18288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8pPr>
      <a:lvl9pPr marL="2057400" indent="-18288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ithub.com/ksu-is/WhereToRecycle-BW" TargetMode="Externa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21149" y="146649"/>
            <a:ext cx="10852316" cy="1053275"/>
          </a:xfrm>
        </p:spPr>
        <p:txBody>
          <a:bodyPr>
            <a:normAutofit/>
          </a:bodyPr>
          <a:lstStyle/>
          <a:p>
            <a:pPr algn="ctr"/>
            <a:r>
              <a:rPr lang="en-US" sz="4400" dirty="0">
                <a:solidFill>
                  <a:srgbClr val="08EAAF"/>
                </a:solidFill>
              </a:rPr>
              <a:t>     </a:t>
            </a:r>
            <a:r>
              <a:rPr lang="en-US" sz="4400" dirty="0" err="1">
                <a:solidFill>
                  <a:srgbClr val="08EAAF"/>
                </a:solidFill>
              </a:rPr>
              <a:t>WhereToRecycle</a:t>
            </a:r>
            <a:r>
              <a:rPr lang="en-US" sz="4400" dirty="0">
                <a:solidFill>
                  <a:srgbClr val="08EAAF"/>
                </a:solidFill>
              </a:rPr>
              <a:t>     </a:t>
            </a:r>
            <a:r>
              <a:rPr lang="en-US" sz="3100" dirty="0">
                <a:solidFill>
                  <a:srgbClr val="08EAAF"/>
                </a:solidFill>
              </a:rPr>
              <a:t>created by Bess Whitfield</a:t>
            </a:r>
            <a:br>
              <a:rPr lang="en-US" sz="3100" dirty="0">
                <a:solidFill>
                  <a:srgbClr val="08EAAF"/>
                </a:solidFill>
              </a:rPr>
            </a:br>
            <a:r>
              <a:rPr lang="en-US" sz="3100" dirty="0">
                <a:solidFill>
                  <a:srgbClr val="08EAAF"/>
                </a:solidFill>
                <a:hlinkClick r:id="rId2">
                  <a:extLst>
                    <a:ext uri="{A12FA001-AC4F-418D-AE19-62706E023703}">
                      <ahyp:hlinkClr xmlns:ahyp="http://schemas.microsoft.com/office/drawing/2018/hyperlinkcolor" val="tx"/>
                    </a:ext>
                  </a:extLst>
                </a:hlinkClick>
              </a:rPr>
              <a:t>https://github.com/ksu-is/WhereToRecycle-BW</a:t>
            </a:r>
            <a:r>
              <a:rPr lang="en-US" sz="3100" dirty="0">
                <a:solidFill>
                  <a:srgbClr val="08EAAF"/>
                </a:solidFill>
              </a:rPr>
              <a:t> </a:t>
            </a:r>
          </a:p>
        </p:txBody>
      </p:sp>
      <p:sp>
        <p:nvSpPr>
          <p:cNvPr id="3" name="Subtitle 2"/>
          <p:cNvSpPr>
            <a:spLocks noGrp="1"/>
          </p:cNvSpPr>
          <p:nvPr>
            <p:ph type="subTitle" idx="1"/>
          </p:nvPr>
        </p:nvSpPr>
        <p:spPr>
          <a:xfrm>
            <a:off x="452937" y="1431846"/>
            <a:ext cx="6093408" cy="2383764"/>
          </a:xfrm>
        </p:spPr>
        <p:txBody>
          <a:bodyPr>
            <a:normAutofit lnSpcReduction="10000"/>
          </a:bodyPr>
          <a:lstStyle/>
          <a:p>
            <a:r>
              <a:rPr lang="en-US" dirty="0"/>
              <a:t>The </a:t>
            </a:r>
            <a:r>
              <a:rPr lang="en-US" dirty="0" err="1"/>
              <a:t>WhereToRecycle</a:t>
            </a:r>
            <a:r>
              <a:rPr lang="en-US" dirty="0"/>
              <a:t> app is a webpage that provides the user with information about recycling and links to websites where the user can click to find information on how to recycle certain items, as well as search where to recycle an item by entering the name of an item and a zip code.</a:t>
            </a:r>
          </a:p>
        </p:txBody>
      </p:sp>
      <p:pic>
        <p:nvPicPr>
          <p:cNvPr id="5" name="Picture 4">
            <a:extLst>
              <a:ext uri="{FF2B5EF4-FFF2-40B4-BE49-F238E27FC236}">
                <a16:creationId xmlns:a16="http://schemas.microsoft.com/office/drawing/2014/main" id="{BF8974BA-7F8C-1147-2ABD-C71462B836E3}"/>
              </a:ext>
            </a:extLst>
          </p:cNvPr>
          <p:cNvPicPr>
            <a:picLocks noChangeAspect="1"/>
          </p:cNvPicPr>
          <p:nvPr/>
        </p:nvPicPr>
        <p:blipFill>
          <a:blip r:embed="rId3"/>
          <a:srcRect/>
          <a:stretch/>
        </p:blipFill>
        <p:spPr>
          <a:xfrm>
            <a:off x="6655096" y="1301521"/>
            <a:ext cx="4898584" cy="2580366"/>
          </a:xfrm>
          <a:prstGeom prst="rect">
            <a:avLst/>
          </a:prstGeom>
        </p:spPr>
      </p:pic>
      <p:pic>
        <p:nvPicPr>
          <p:cNvPr id="7" name="Picture 6">
            <a:extLst>
              <a:ext uri="{FF2B5EF4-FFF2-40B4-BE49-F238E27FC236}">
                <a16:creationId xmlns:a16="http://schemas.microsoft.com/office/drawing/2014/main" id="{4F22D596-DE54-31F3-5445-654D5917D0DC}"/>
              </a:ext>
            </a:extLst>
          </p:cNvPr>
          <p:cNvPicPr>
            <a:picLocks noChangeAspect="1"/>
          </p:cNvPicPr>
          <p:nvPr/>
        </p:nvPicPr>
        <p:blipFill>
          <a:blip r:embed="rId4"/>
          <a:srcRect/>
          <a:stretch/>
        </p:blipFill>
        <p:spPr>
          <a:xfrm>
            <a:off x="758304" y="4091819"/>
            <a:ext cx="4493695" cy="2365102"/>
          </a:xfrm>
          <a:prstGeom prst="rect">
            <a:avLst/>
          </a:prstGeom>
        </p:spPr>
      </p:pic>
      <p:pic>
        <p:nvPicPr>
          <p:cNvPr id="9" name="Picture 8" descr="A green and blue recycle symbol&#10;&#10;AI-generated content may be incorrect.">
            <a:extLst>
              <a:ext uri="{FF2B5EF4-FFF2-40B4-BE49-F238E27FC236}">
                <a16:creationId xmlns:a16="http://schemas.microsoft.com/office/drawing/2014/main" id="{2692DBDA-9737-E8BA-72E7-9D040118FC8A}"/>
              </a:ext>
            </a:extLst>
          </p:cNvPr>
          <p:cNvPicPr>
            <a:picLocks noChangeAspect="1"/>
          </p:cNvPicPr>
          <p:nvPr/>
        </p:nvPicPr>
        <p:blipFill>
          <a:blip r:embed="rId5"/>
          <a:stretch>
            <a:fillRect/>
          </a:stretch>
        </p:blipFill>
        <p:spPr>
          <a:xfrm>
            <a:off x="888235" y="232309"/>
            <a:ext cx="1070561" cy="1043797"/>
          </a:xfrm>
          <a:prstGeom prst="rect">
            <a:avLst/>
          </a:prstGeom>
        </p:spPr>
      </p:pic>
      <p:pic>
        <p:nvPicPr>
          <p:cNvPr id="11" name="Picture 10">
            <a:extLst>
              <a:ext uri="{FF2B5EF4-FFF2-40B4-BE49-F238E27FC236}">
                <a16:creationId xmlns:a16="http://schemas.microsoft.com/office/drawing/2014/main" id="{C573CA13-A698-0F0E-2313-A373A913B8D8}"/>
              </a:ext>
            </a:extLst>
          </p:cNvPr>
          <p:cNvPicPr>
            <a:picLocks noChangeAspect="1"/>
          </p:cNvPicPr>
          <p:nvPr/>
        </p:nvPicPr>
        <p:blipFill>
          <a:blip r:embed="rId6"/>
          <a:srcRect/>
          <a:stretch/>
        </p:blipFill>
        <p:spPr>
          <a:xfrm>
            <a:off x="6860591" y="4047532"/>
            <a:ext cx="4492733" cy="2409389"/>
          </a:xfrm>
          <a:prstGeom prst="rect">
            <a:avLst/>
          </a:prstGeom>
        </p:spPr>
      </p:pic>
    </p:spTree>
    <p:extLst>
      <p:ext uri="{BB962C8B-B14F-4D97-AF65-F5344CB8AC3E}">
        <p14:creationId xmlns:p14="http://schemas.microsoft.com/office/powerpoint/2010/main" val="1051878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Brushed Metal 16x9">
  <a:themeElements>
    <a:clrScheme name="BrushedMetal">
      <a:dk1>
        <a:sysClr val="windowText" lastClr="000000"/>
      </a:dk1>
      <a:lt1>
        <a:sysClr val="window" lastClr="FFFFFF"/>
      </a:lt1>
      <a:dk2>
        <a:srgbClr val="2F333A"/>
      </a:dk2>
      <a:lt2>
        <a:srgbClr val="E4F9F9"/>
      </a:lt2>
      <a:accent1>
        <a:srgbClr val="07CB98"/>
      </a:accent1>
      <a:accent2>
        <a:srgbClr val="5A90D1"/>
      </a:accent2>
      <a:accent3>
        <a:srgbClr val="E6AD1E"/>
      </a:accent3>
      <a:accent4>
        <a:srgbClr val="EA6312"/>
      </a:accent4>
      <a:accent5>
        <a:srgbClr val="8253A9"/>
      </a:accent5>
      <a:accent6>
        <a:srgbClr val="CB274A"/>
      </a:accent6>
      <a:hlink>
        <a:srgbClr val="5A90D1"/>
      </a:hlink>
      <a:folHlink>
        <a:srgbClr val="969696"/>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een brushed metal presentation (widescreen).potx" id="{C4E52658-42BB-4751-AD45-DBF99E6546BE}" vid="{DAEF9E1A-844D-45D9-BB7C-945DFF722FA1}"/>
    </a:ext>
  </a:extLst>
</a:theme>
</file>

<file path=ppt/theme/theme2.xml><?xml version="1.0" encoding="utf-8"?>
<a:theme xmlns:a="http://schemas.openxmlformats.org/drawingml/2006/main" name="Office Theme">
  <a:themeElements>
    <a:clrScheme name="BrushedMetal">
      <a:dk1>
        <a:sysClr val="windowText" lastClr="000000"/>
      </a:dk1>
      <a:lt1>
        <a:sysClr val="window" lastClr="FFFFFF"/>
      </a:lt1>
      <a:dk2>
        <a:srgbClr val="2F333A"/>
      </a:dk2>
      <a:lt2>
        <a:srgbClr val="E4F9F9"/>
      </a:lt2>
      <a:accent1>
        <a:srgbClr val="07CB98"/>
      </a:accent1>
      <a:accent2>
        <a:srgbClr val="5A90D1"/>
      </a:accent2>
      <a:accent3>
        <a:srgbClr val="E6AD1E"/>
      </a:accent3>
      <a:accent4>
        <a:srgbClr val="EA6312"/>
      </a:accent4>
      <a:accent5>
        <a:srgbClr val="8253A9"/>
      </a:accent5>
      <a:accent6>
        <a:srgbClr val="CB274A"/>
      </a:accent6>
      <a:hlink>
        <a:srgbClr val="5A90D1"/>
      </a:hlink>
      <a:folHlink>
        <a:srgbClr val="969696"/>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BrushedMetal">
      <a:dk1>
        <a:sysClr val="windowText" lastClr="000000"/>
      </a:dk1>
      <a:lt1>
        <a:sysClr val="window" lastClr="FFFFFF"/>
      </a:lt1>
      <a:dk2>
        <a:srgbClr val="2F333A"/>
      </a:dk2>
      <a:lt2>
        <a:srgbClr val="E4F9F9"/>
      </a:lt2>
      <a:accent1>
        <a:srgbClr val="07CB98"/>
      </a:accent1>
      <a:accent2>
        <a:srgbClr val="5A90D1"/>
      </a:accent2>
      <a:accent3>
        <a:srgbClr val="E6AD1E"/>
      </a:accent3>
      <a:accent4>
        <a:srgbClr val="EA6312"/>
      </a:accent4>
      <a:accent5>
        <a:srgbClr val="8253A9"/>
      </a:accent5>
      <a:accent6>
        <a:srgbClr val="CB274A"/>
      </a:accent6>
      <a:hlink>
        <a:srgbClr val="5A90D1"/>
      </a:hlink>
      <a:folHlink>
        <a:srgbClr val="969696"/>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Green brushed metal presentation (widescreen)</Template>
  <TotalTime>63</TotalTime>
  <Words>70</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Georgia</vt:lpstr>
      <vt:lpstr>Brushed Metal 16x9</vt:lpstr>
      <vt:lpstr>     WhereToRecycle     created by Bess Whitfield https://github.com/ksu-is/WhereToRecycle-BW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Bess Whitfield</dc:creator>
  <cp:lastModifiedBy>Bess Whitfield</cp:lastModifiedBy>
  <cp:revision>1</cp:revision>
  <dcterms:created xsi:type="dcterms:W3CDTF">2025-12-01T22:26:55Z</dcterms:created>
  <dcterms:modified xsi:type="dcterms:W3CDTF">2025-12-01T23:30:28Z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